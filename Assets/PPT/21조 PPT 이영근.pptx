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0" r:id="rId13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6" r:id="rId24"/>
    <p:sldId id="273" r:id="rId25"/>
    <p:sldId id="274" r:id="rId26"/>
    <p:sldId id="275" r:id="rId27"/>
    <p:sldId id="276" r:id="rId28"/>
    <p:sldId id="272" r:id="rId29"/>
    <p:sldId id="267" r:id="rId30"/>
    <p:sldId id="268" r:id="rId31"/>
    <p:sldId id="271" r:id="rId32"/>
    <p:sldId id="269" r:id="rId33"/>
    <p:sldId id="270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8AFAF7"/>
    <a:srgbClr val="492862"/>
    <a:srgbClr val="9F1FA9"/>
    <a:srgbClr val="2A20F0"/>
    <a:srgbClr val="ABFFFF"/>
    <a:srgbClr val="8BBFF9"/>
    <a:srgbClr val="1C83F4"/>
    <a:srgbClr val="8C3DC7"/>
    <a:srgbClr val="E420E4"/>
    <a:srgbClr val="8207A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slide" Target="slides/slide13.xml"></Relationship><Relationship Id="rId28" Type="http://schemas.openxmlformats.org/officeDocument/2006/relationships/slide" Target="slides/slide14.xml"></Relationship><Relationship Id="rId29" Type="http://schemas.openxmlformats.org/officeDocument/2006/relationships/slide" Target="slides/slide15.xml"></Relationship><Relationship Id="rId30" Type="http://schemas.openxmlformats.org/officeDocument/2006/relationships/slide" Target="slides/slide16.xml"></Relationship><Relationship Id="rId31" Type="http://schemas.openxmlformats.org/officeDocument/2006/relationships/slide" Target="slides/slide17.xml"></Relationship><Relationship Id="rId32" Type="http://schemas.openxmlformats.org/officeDocument/2006/relationships/slide" Target="slides/slide18.xml"></Relationship><Relationship Id="rId33" Type="http://schemas.openxmlformats.org/officeDocument/2006/relationships/slide" Target="slides/slide19.xml"></Relationship><Relationship Id="rId34" Type="http://schemas.openxmlformats.org/officeDocument/2006/relationships/slide" Target="slides/slide20.xml"></Relationship><Relationship Id="rId35" Type="http://schemas.openxmlformats.org/officeDocument/2006/relationships/viewProps" Target="viewProps.xml"></Relationship><Relationship Id="rId36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19D49-0008-15ED-1E60-D47FC792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C1C0BF-497E-DC1C-ED29-4CCD0EA56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25FB5B-4CCF-A429-CCCD-F03FC02B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39DE5-EAA4-6CB7-CEFD-6BC5A51C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CD637-4608-4A71-6FCB-6AABB690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226C7-D67A-F299-3ABA-30728F79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BC1BB-6700-8B70-EDA3-08EF4CD24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1373AF-D444-60D3-28AC-3D652EE1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7EADF-5896-8DDB-0058-A7A51D62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64814-FE12-040A-B43E-E93095A6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20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C0312-7616-6FBF-291D-CAE997D2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5FE4BC-E43E-863D-7DAF-703CCEE7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01F42-D0AE-D7D4-F509-46E5A6A6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C8C69-AA56-51AE-E22A-61EBC78A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C5507E-B6D0-28C8-E627-5494A57D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65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A1A04-444F-1555-FAA8-C0FCB78E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482070-2091-BF8E-C0F5-716E582A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8FED1-919C-F1F7-26C8-594640042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46B8B-7A5A-68EB-E651-F3386C41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7D2301-47C8-5C64-58B2-B871A7C0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DAAADB-2431-8483-66B3-885DC21F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449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99602-F3A2-4B8D-87CC-789339D4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28CE23-06AE-BAA9-81B0-9C883FC4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6A0038-9AF7-E8BD-7BFB-91F15A849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D9DDF-BDBB-97DC-5DFC-78C1820B1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AFD9D0-A85E-3AA6-B845-F0B35F699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92BE27-865A-4691-3131-21AF36DA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6A753E-937B-F899-884D-96BBD73C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B67AE0-EF9C-D39A-DF04-B07F7EAE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92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05EAC-8339-F528-BE32-0E334A4A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564BD-87D0-790D-8F7F-750AF7B1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72ED18-D181-B1B9-68A3-6C1C662E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82C573-A2BD-4237-32A8-C245A98B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10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18FFFC-A8CB-66DE-DE41-2A29CFED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858AD8-8520-00B9-7B5F-0EFABF61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8E615-CC2A-86C5-7272-58CC6888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15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55151-E158-9A42-35A8-AF3002B26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09227-93D6-9AEC-A77D-284AA1A9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462919-D9E3-D9AF-E6F3-CB0EFDD1E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20242-37F0-3692-E5CD-52DA4EA7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229EEA-FF13-E0F7-161C-D927C9FB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FBC86-DFBB-5A18-3767-BC904FC2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8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8A684-B3AE-7DD0-EC61-525A2A0D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338EB4-EBC6-819F-A6CA-42842887E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B6E099-891D-FA29-4D8F-78E52B0A9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F8A2-02F3-8D5B-BA16-CFC96D5E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0696C-72A6-CE48-60E9-BA34CD53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123032-04A8-0EC3-F38A-47344CD9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69EB4-6364-91DF-675D-0FC9F3E4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7CC09F-CACA-6A95-C5C1-85FE39461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B0EC1-EFAA-AD7F-4DCD-3A3AC997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18F17F-4A46-FCA6-FD57-E53B4CD1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82503-473A-98FB-EA9E-9AD2E47B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78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241D0D-DC9B-3327-F53D-3D28175DC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8FBDB5-0250-8600-72CC-95F6C7249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C9AB81-3CEC-1B0A-067B-FB11C16E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D8E16-D89C-5EFC-5235-49CE23DA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69A55-41E1-D813-048C-B63E3422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0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3D2ED8-A97E-199C-B28E-57A99098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2A649E-393B-169A-AB31-42869617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F9C1D-11E2-B1DD-8D10-A58C68D51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8D7C6-2398-4966-AA19-8CAF6AD8F6D9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0AD5B-8570-4417-2071-2D7A01799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BD4CD-8A6E-6382-F265-4F5153088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5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image" Target="../media/image11.png"></Relationship><Relationship Id="rId4" Type="http://schemas.openxmlformats.org/officeDocument/2006/relationships/slideLayout" Target="../slideLayouts/slideLayout1.xml"></Relationship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image" Target="../media/image11.png"></Relationship><Relationship Id="rId4" Type="http://schemas.openxmlformats.org/officeDocument/2006/relationships/image" Target="../media/fImage488856130.png"></Relationship><Relationship Id="rId5" Type="http://schemas.openxmlformats.org/officeDocument/2006/relationships/image" Target="../media/fImage657036852966.png"></Relationship><Relationship Id="rId6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11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fImage76118648695.png"></Relationship><Relationship Id="rId5" Type="http://schemas.openxmlformats.org/officeDocument/2006/relationships/image" Target="../media/fImage717636499955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11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fImage577906887588.png"></Relationship><Relationship Id="rId5" Type="http://schemas.openxmlformats.org/officeDocument/2006/relationships/image" Target="../media/fImage157156894850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11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fImage133927297754.png"></Relationship><Relationship Id="rId5" Type="http://schemas.openxmlformats.org/officeDocument/2006/relationships/image" Target="../media/fImage523257306700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11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fImage129147673628.png"></Relationship><Relationship Id="rId5" Type="http://schemas.openxmlformats.org/officeDocument/2006/relationships/image" Target="../media/fImage70351768452.png"></Relationship><Relationship Id="rId6" Type="http://schemas.openxmlformats.org/officeDocument/2006/relationships/image" Target="../media/fImage66937699059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11.png"></Relationship><Relationship Id="rId3" Type="http://schemas.openxmlformats.org/officeDocument/2006/relationships/image" Target="../media/image1.png"></Relationship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image" Target="../media/image11.png"></Relationship><Relationship Id="rId4" Type="http://schemas.openxmlformats.org/officeDocument/2006/relationships/slideLayout" Target="../slideLayouts/slideLayout1.xml"></Relationship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별: 꼭짓점 4개 3">
            <a:extLst>
              <a:ext uri="{FF2B5EF4-FFF2-40B4-BE49-F238E27FC236}">
                <a16:creationId xmlns:a16="http://schemas.microsoft.com/office/drawing/2014/main" id="{FEEEBF09-5882-BE5F-15FA-31C45C3213F6}"/>
              </a:ext>
            </a:extLst>
          </p:cNvPr>
          <p:cNvSpPr/>
          <p:nvPr/>
        </p:nvSpPr>
        <p:spPr>
          <a:xfrm>
            <a:off x="7241309" y="535709"/>
            <a:ext cx="646545" cy="655781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91E87A0C-D2DF-13E9-8B18-7681CE5FC32D}"/>
              </a:ext>
            </a:extLst>
          </p:cNvPr>
          <p:cNvSpPr/>
          <p:nvPr/>
        </p:nvSpPr>
        <p:spPr>
          <a:xfrm>
            <a:off x="1505527" y="3749964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D0FF412B-9146-949E-AD3B-185C3644D25D}"/>
              </a:ext>
            </a:extLst>
          </p:cNvPr>
          <p:cNvSpPr/>
          <p:nvPr/>
        </p:nvSpPr>
        <p:spPr>
          <a:xfrm>
            <a:off x="10889671" y="4352898"/>
            <a:ext cx="526473" cy="533994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별: 꼭짓점 4개 6">
            <a:extLst>
              <a:ext uri="{FF2B5EF4-FFF2-40B4-BE49-F238E27FC236}">
                <a16:creationId xmlns:a16="http://schemas.microsoft.com/office/drawing/2014/main" id="{80CA1F57-82E3-EA44-05F3-40B201453785}"/>
              </a:ext>
            </a:extLst>
          </p:cNvPr>
          <p:cNvSpPr/>
          <p:nvPr/>
        </p:nvSpPr>
        <p:spPr>
          <a:xfrm>
            <a:off x="2313709" y="4775200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별: 꼭짓점 4개 7">
            <a:extLst>
              <a:ext uri="{FF2B5EF4-FFF2-40B4-BE49-F238E27FC236}">
                <a16:creationId xmlns:a16="http://schemas.microsoft.com/office/drawing/2014/main" id="{E2BF22E5-3BF1-238F-FC9B-BC54414DC166}"/>
              </a:ext>
            </a:extLst>
          </p:cNvPr>
          <p:cNvSpPr/>
          <p:nvPr/>
        </p:nvSpPr>
        <p:spPr>
          <a:xfrm>
            <a:off x="1122218" y="4582092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71F365F8-892E-28EB-43EF-BBC748905755}"/>
              </a:ext>
            </a:extLst>
          </p:cNvPr>
          <p:cNvSpPr/>
          <p:nvPr/>
        </p:nvSpPr>
        <p:spPr>
          <a:xfrm>
            <a:off x="1983608" y="5403273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84C02EB7-103B-8272-AB31-3D821A920819}"/>
              </a:ext>
            </a:extLst>
          </p:cNvPr>
          <p:cNvSpPr/>
          <p:nvPr/>
        </p:nvSpPr>
        <p:spPr>
          <a:xfrm>
            <a:off x="651163" y="5818909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0B00D25-0574-6712-E651-DF799F6C5A49}"/>
              </a:ext>
            </a:extLst>
          </p:cNvPr>
          <p:cNvSpPr/>
          <p:nvPr/>
        </p:nvSpPr>
        <p:spPr>
          <a:xfrm>
            <a:off x="11092872" y="1149925"/>
            <a:ext cx="646545" cy="655781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927F2EEC-11C2-3475-E89E-E45B23208343}"/>
              </a:ext>
            </a:extLst>
          </p:cNvPr>
          <p:cNvSpPr/>
          <p:nvPr/>
        </p:nvSpPr>
        <p:spPr>
          <a:xfrm>
            <a:off x="9836725" y="2514861"/>
            <a:ext cx="526473" cy="533994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D9C67F7-2030-7EE3-03A0-B30DF732B3D8}"/>
              </a:ext>
            </a:extLst>
          </p:cNvPr>
          <p:cNvSpPr/>
          <p:nvPr/>
        </p:nvSpPr>
        <p:spPr>
          <a:xfrm>
            <a:off x="7564581" y="1985818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별: 꼭짓점 4개 13">
            <a:extLst>
              <a:ext uri="{FF2B5EF4-FFF2-40B4-BE49-F238E27FC236}">
                <a16:creationId xmlns:a16="http://schemas.microsoft.com/office/drawing/2014/main" id="{3E2726FB-C824-7499-327E-F9695ECACDEF}"/>
              </a:ext>
            </a:extLst>
          </p:cNvPr>
          <p:cNvSpPr/>
          <p:nvPr/>
        </p:nvSpPr>
        <p:spPr>
          <a:xfrm>
            <a:off x="2171031" y="1008217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AAB6241B-0E84-7445-B56A-565A81880432}"/>
              </a:ext>
            </a:extLst>
          </p:cNvPr>
          <p:cNvSpPr/>
          <p:nvPr/>
        </p:nvSpPr>
        <p:spPr>
          <a:xfrm>
            <a:off x="8160327" y="6080952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500D02C-5081-37A5-B269-C76A5F39E594}"/>
              </a:ext>
            </a:extLst>
          </p:cNvPr>
          <p:cNvSpPr/>
          <p:nvPr/>
        </p:nvSpPr>
        <p:spPr>
          <a:xfrm>
            <a:off x="8960427" y="5403273"/>
            <a:ext cx="543792" cy="543792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E0569CB-AA19-B29B-AAFD-34AABB4FD106}"/>
              </a:ext>
            </a:extLst>
          </p:cNvPr>
          <p:cNvSpPr/>
          <p:nvPr/>
        </p:nvSpPr>
        <p:spPr>
          <a:xfrm>
            <a:off x="2113741" y="1915391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026A1F6-1545-91EB-050F-70462C46FBEB}"/>
              </a:ext>
            </a:extLst>
          </p:cNvPr>
          <p:cNvSpPr/>
          <p:nvPr/>
        </p:nvSpPr>
        <p:spPr>
          <a:xfrm>
            <a:off x="10820976" y="5942723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052BBF5-66D0-5B46-0E96-EC8D2B044D44}"/>
              </a:ext>
            </a:extLst>
          </p:cNvPr>
          <p:cNvSpPr/>
          <p:nvPr/>
        </p:nvSpPr>
        <p:spPr>
          <a:xfrm>
            <a:off x="3185390" y="5972405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E526FC-47AC-503F-61CB-5990B0361F38}"/>
              </a:ext>
            </a:extLst>
          </p:cNvPr>
          <p:cNvSpPr/>
          <p:nvPr/>
        </p:nvSpPr>
        <p:spPr>
          <a:xfrm>
            <a:off x="8380566" y="1236219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A6A33E0-7EB5-4A0D-1A8D-7A01731E6419}"/>
              </a:ext>
            </a:extLst>
          </p:cNvPr>
          <p:cNvSpPr/>
          <p:nvPr/>
        </p:nvSpPr>
        <p:spPr>
          <a:xfrm>
            <a:off x="10982752" y="3048855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BE87E1-A1F9-F669-1A24-4CC16C6AD719}"/>
              </a:ext>
            </a:extLst>
          </p:cNvPr>
          <p:cNvSpPr/>
          <p:nvPr/>
        </p:nvSpPr>
        <p:spPr>
          <a:xfrm>
            <a:off x="649290" y="3974661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C149A1-1488-5E34-ECEE-FBF4A626455F}"/>
              </a:ext>
            </a:extLst>
          </p:cNvPr>
          <p:cNvSpPr/>
          <p:nvPr/>
        </p:nvSpPr>
        <p:spPr>
          <a:xfrm>
            <a:off x="931715" y="799522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F8AB093-5E13-7ADC-BAE4-D9A910125146}"/>
              </a:ext>
            </a:extLst>
          </p:cNvPr>
          <p:cNvSpPr/>
          <p:nvPr/>
        </p:nvSpPr>
        <p:spPr>
          <a:xfrm>
            <a:off x="10028148" y="4966257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6FA427-1684-A99E-0D08-8B8C5007FBF0}"/>
              </a:ext>
            </a:extLst>
          </p:cNvPr>
          <p:cNvSpPr txBox="1"/>
          <p:nvPr/>
        </p:nvSpPr>
        <p:spPr>
          <a:xfrm>
            <a:off x="1983608" y="1206424"/>
            <a:ext cx="759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 발표자료 </a:t>
            </a:r>
            <a:r>
              <a:rPr lang="en-US" altLang="ko-KR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DODGE GAME</a:t>
            </a:r>
            <a:endParaRPr lang="ko-KR" altLang="en-US" sz="4000" u="sng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994B100-721B-0E20-4603-1D71D594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71" y="5218445"/>
            <a:ext cx="886836" cy="142431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890526-AC36-0C03-6493-E114D65DF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826" y="4762614"/>
            <a:ext cx="85725" cy="857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2961A5F-FF16-7263-03ED-35A880EB6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426" y="5230248"/>
            <a:ext cx="85725" cy="8572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A8871EB-5B4B-A861-9A7C-BC863E07B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983" y="4534170"/>
            <a:ext cx="85725" cy="8572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86BD6932-3C3E-FA95-2294-D9E68A9E1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456" y="5214342"/>
            <a:ext cx="85725" cy="8572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CB46B15-DA42-59C3-43D4-ADBD06E54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765" y="4259649"/>
            <a:ext cx="85725" cy="857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F3363DB-B0DD-9E68-7496-CB3414196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37" y="5776046"/>
            <a:ext cx="85725" cy="857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C93F49B-7350-5CCB-4EDC-8D3C59C3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191" y="5589444"/>
            <a:ext cx="85725" cy="8572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531CE96-5BC0-4241-CD12-129CE79AD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29" y="4880532"/>
            <a:ext cx="85725" cy="8572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8CFB582-0DB2-13A1-884A-D9062A3A7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525" y="5144523"/>
            <a:ext cx="85725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1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C230D-ED40-BD4B-3973-820E01A5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69B0FBF-97A4-1DD8-34EB-80CD15D8CEE6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9337F04F-E784-9B3D-F060-45AD516B4F84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C4053B25-3EB2-F2FD-9467-6B8CFA04232E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9BE7E98D-C0A7-7B94-6869-757E6CCA733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97331BF5-4D5E-0D0D-CA59-A69BF872F0ED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1FEA8A91-5AF2-AB17-3C7E-4ECB77C2D846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8DA79AEF-9A13-EB3E-ECD0-55E414C44C75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19804C15-C79A-F78C-A98B-51E20C79B4A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C48C1AA6-627E-DF3F-02E5-A9656EE71CD2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099F509F-548D-B388-FD89-C61493C6CDEE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B88B553-9347-21E5-AC26-B6A4FFEB5A82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4713A9D-DD0E-1F45-6536-C329F71888C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87A25AE-EC53-1274-57FA-E7F430632811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333A1C3-9A96-7E87-B2A0-066A0CBAE1DF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233C784-FD22-36D3-7B08-428BA815603F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35A0D65-B8C5-070D-81F5-DDBB758C9066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5EA185F-04D1-04FF-5CBC-EFC0A9B8DE2D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BF10FE4-D1A8-367E-0F27-F4332555E699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4DEA3D9-B177-0499-80A9-534585D0114D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BC94D7E-FEB1-059A-5581-411C4FBAE55E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E6738B3-02BD-5070-47AC-6A633CD7ADC9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1A9E243-5230-3DC4-108C-E234F1F7207B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64BDEFE6-D3D4-781F-F53F-F01E8853D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00000">
            <a:off x="5465053" y="370945"/>
            <a:ext cx="718706" cy="11542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C76D4CF-902D-0791-6057-0F2A91234AD4}"/>
              </a:ext>
            </a:extLst>
          </p:cNvPr>
          <p:cNvSpPr txBox="1"/>
          <p:nvPr/>
        </p:nvSpPr>
        <p:spPr>
          <a:xfrm>
            <a:off x="2231730" y="133118"/>
            <a:ext cx="103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목차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A65D119-1268-CAAA-39AA-712C08EF6A3F}"/>
              </a:ext>
            </a:extLst>
          </p:cNvPr>
          <p:cNvSpPr/>
          <p:nvPr/>
        </p:nvSpPr>
        <p:spPr>
          <a:xfrm>
            <a:off x="-2393367" y="4233856"/>
            <a:ext cx="9014216" cy="567027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40000">
                <a:schemeClr val="bg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8808020-172C-A156-5773-4BC8739998D8}"/>
              </a:ext>
            </a:extLst>
          </p:cNvPr>
          <p:cNvSpPr/>
          <p:nvPr/>
        </p:nvSpPr>
        <p:spPr>
          <a:xfrm>
            <a:off x="468384" y="1600408"/>
            <a:ext cx="4559580" cy="5257592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Mission.1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Mission.2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Mission.3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Mission.4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Mission.5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느낀 점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BBB52A2-BFD5-C69A-5589-5839B2126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210" y="5168138"/>
            <a:ext cx="720756" cy="115757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BBF7712-91AF-00C3-A1DC-B34C10D30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00000">
            <a:off x="6755101" y="3281500"/>
            <a:ext cx="144463" cy="369183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C447A88-1DBC-D11C-D885-2871F1F97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637" y="4674261"/>
            <a:ext cx="144463" cy="36918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648F864-014F-6488-8742-B72E8179D1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271638" y="1403339"/>
            <a:ext cx="85725" cy="1143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E432BDD-A64A-AF7E-0C36-EB6C36C2A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411454" y="1553141"/>
            <a:ext cx="85725" cy="1143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7AA5AD9-2E18-962E-DE66-DAF087D8C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552893" y="1702217"/>
            <a:ext cx="85725" cy="1143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D8EE9A34-7E4A-D2F0-A8F5-3E6092107C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6875290" y="1772958"/>
            <a:ext cx="682012" cy="1095352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A55064A-E143-9790-76C1-FA6A78436A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00000">
            <a:off x="10823990" y="416302"/>
            <a:ext cx="637378" cy="102366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0A59007A-8586-727B-EEF2-F07EE1819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598974" y="1158470"/>
            <a:ext cx="85725" cy="1143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F3F230B-FDBF-C490-189F-7A48062C5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383071" y="1266923"/>
            <a:ext cx="85725" cy="1143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0169C71E-A7CD-7720-2B37-CBD099AEE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136912" y="1395411"/>
            <a:ext cx="85725" cy="1143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5A91635C-DEFD-8B06-711A-4BF8F9C41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082538" y="3758168"/>
            <a:ext cx="611992" cy="84889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DF764387-767D-0E26-90FB-2789A4098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1229873" y="3767574"/>
            <a:ext cx="611992" cy="848892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86FF158-853B-237D-D3E3-AE8385679A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713372" y="5146234"/>
            <a:ext cx="611992" cy="848892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D4A0D1C1-4E94-9CA5-7B31-51503BFB4A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748759" y="3436752"/>
            <a:ext cx="174626" cy="368648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5A78DBB-3B8C-B54E-5E20-854B9C19CE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895439" y="3482341"/>
            <a:ext cx="174626" cy="368648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AA0618F-57A3-14DD-CA35-BD9D525CFC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900384" y="4438552"/>
            <a:ext cx="174626" cy="368648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F17D445-FB5A-781E-1935-B1DF84873B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409546" y="4917152"/>
            <a:ext cx="174626" cy="368648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760CD211-CB04-BE8B-526A-CD28D4A497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467728" y="3098188"/>
            <a:ext cx="174626" cy="368648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4380404E-5F24-5A21-D2BA-4E7C8B27DB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323851" y="3056607"/>
            <a:ext cx="174626" cy="3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6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13D20-EC1A-CF5A-BAFA-5065C14C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58E6BC7-72E7-6605-7CAB-2A5A2BDE05E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328E5799-A080-1774-2031-FA1AF6A29A6F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AE1BBF95-A0D5-0A2A-5798-E782D950387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C679E59B-C09E-8FBC-86AD-4B73747B6B00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8FAC0FF-64E9-375F-D5B7-9298D756234A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7B5AA966-C3EC-BFB8-C4EE-763DE29A4757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C83C51CF-0421-402E-FD94-2257BA43E00C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BB31F2C5-32E3-8347-BD53-10A83BE0591C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9690C23A-73B9-4901-E8AB-9922ECFE14C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F3BA089C-5258-C64C-7D71-F1265B9B9490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6A56F77-6120-3567-7C4E-1A26C792917E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10B13EE-A9EF-638E-E406-3DFBE074A96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1D125593-9797-6501-2F67-81016A3439A7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DCB42D4-4F45-3D8A-CE1F-C38B29192E67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0F6042B-2226-8F5C-CF73-74ED56D4F87D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29C0EEA-C8E2-58C0-6A26-4440DB1ECA7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AF092C4-6129-6414-1DD7-FFB873F16640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D2C3CD2-F2ED-4904-94B9-DE9588932EE1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AA863A56-81ED-352B-164E-2BCCBCE16373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C66C219-991E-FACC-C906-693525B562EE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A3FB18D-A896-ABA0-D9FE-C2716BB248D8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0AF46FD-4DAC-64A3-F8F4-D2A483FC121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299FEE-57F7-7203-782D-C16E3B6A617E}"/>
              </a:ext>
            </a:extLst>
          </p:cNvPr>
          <p:cNvSpPr/>
          <p:nvPr/>
        </p:nvSpPr>
        <p:spPr>
          <a:xfrm>
            <a:off x="2801747" y="1231602"/>
            <a:ext cx="6588506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Mission.1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A5C66DB-A7D1-2FC8-296E-A7D114C5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4F9C464-F756-08EB-D014-EE8226F05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B054141-A1C2-B6FB-31EF-6271D1CD4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E6B4C-4C26-EB38-8F79-CD28DAAC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1CE3877-A035-8A22-83BE-7EE9BFA3673D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DC51C1D-0B78-DC8C-6F54-7C329907572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E6ACFA79-6ACB-315E-3B1B-5850E7990B16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6C7AD3A-3B3D-E0D2-F06A-5961967141FD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CEE1AA95-F353-FEB7-D211-B25D815A50A9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DADEABF-3532-49DC-4C3A-A1C721C7E80A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FB728C49-397B-5505-B351-EAF8A8702FA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787E9770-69BD-3BE4-87AC-9F2A58B20E5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880F2312-AF1D-FB4D-2E66-C87F47861FA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36AA1E07-4121-6319-A911-E1E4DF7CF6F6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BB1A8169-CB90-F735-EF03-53699FEF70D5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6B858855-2B17-5579-74F4-A683EE7092A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718E4BB5-9EFE-FEBA-90B1-AB5130C617F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E66725A-D766-7022-0104-45A799ADF04E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115364E-8509-FE2C-7B9C-B139A910456F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1ACC0C9-8918-8503-5168-A66AAA979A0E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AB439BA-67AC-9B5D-2A91-A5528282D327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E189F09-B8B5-A631-887B-D4025550E222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1EC919B-3E35-8998-1CB8-15DD373DACB3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017E85-D8FB-17F3-8A70-E0984072E4A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E19EE70-1BFA-6F54-14D3-63CEC400B81C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FD1BE10-A35D-C735-368D-5CA65B134881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DCD452-D3BF-5D72-E8D7-CFBE5A2331CE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94B46A-924E-9909-25CE-3726EDC3E2D9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168C251-CB8D-0D1F-EEDB-72969A7ECA6F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309737-9BE7-49A8-759D-61974722720C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C16246A-1E31-2A3D-FFFF-E4A3486D5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6A0A02F-C496-06EB-4505-5DD908B3E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EFE836F-B567-3521-122F-DB46A5145444}"/>
              </a:ext>
            </a:extLst>
          </p:cNvPr>
          <p:cNvSpPr txBox="1"/>
          <p:nvPr/>
        </p:nvSpPr>
        <p:spPr>
          <a:xfrm>
            <a:off x="1145668" y="799522"/>
            <a:ext cx="9900662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 개발 입문 프로젝트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닷지를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기본 베이스로 한 슈팅 게임을 만들자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!</a:t>
            </a: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팀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닷지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총알을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피하는걸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넘어서 적을 공격해 쓰러뜨리자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!</a:t>
            </a: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보스 몬스터 라는 추가 컨텐츠도 제작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소통을 통한 협업과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Git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을 통한 개발 네트워크 구현</a:t>
            </a:r>
          </a:p>
        </p:txBody>
      </p:sp>
    </p:spTree>
    <p:extLst>
      <p:ext uri="{BB962C8B-B14F-4D97-AF65-F5344CB8AC3E}">
        <p14:creationId xmlns:p14="http://schemas.microsoft.com/office/powerpoint/2010/main" val="71662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82004-CE1C-6ADD-76D0-E4B4D9E4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98EC341-C78F-15DA-F523-A64467B51A2A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18061FCA-C278-6B21-8CE0-42C0E3FC37E0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DB234794-CF49-F08B-0C3E-D373C3CEE9CD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8B840F09-8610-78B6-832C-111347B316E0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D2E4FF4F-C329-30D3-B744-E2B3397C681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FF8B570C-79A5-464E-CCC7-65AD19C7563E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10FAE27D-4DA2-C863-6DF1-F05FB4416043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46724FFB-30C2-AD83-9A33-585FB2723117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78D54D3B-1C8F-D584-5445-FE20CE485730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7EBA7EF6-E353-3C92-77FF-A0C6D60F565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D329400B-111B-E672-DE26-3BA8CB4757B0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EE359DF1-DE6A-860A-9A99-4EAD6933E16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4EE129BC-F780-26C2-405A-C556964D006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61FE367-197F-CD4F-47BE-2831FFAC3A1E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6AD99AA-1F47-E37D-B90B-C00A12C08F0C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C3D1FC5-98E2-461B-D4AF-CA16AEECFDB0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A6941A7-13F5-E3A2-514F-C70FBC75B95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E85B9CE-A55B-6A74-EE1F-DCAFE3563305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BEDF414E-C921-0746-B189-87E272968960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3E92DE2-5AA3-78EE-D9B1-8C870A31421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26F518E-A3CC-2455-AEAA-6764B5050CD2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A878D0E-A74C-5913-1679-71DCCC632ED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4A6A37C-1355-290F-8EA2-2B7BA625E4C0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Mission.2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B4BE1E6-8EE0-A213-AEE8-6A376AFFF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65F89E6-0B91-A8A2-F1A6-1C3149C5A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A2A38E7-CB58-3580-242D-7A20F3EE5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4E471-4F31-7C90-8D40-B62FE037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126CA82-3293-81B1-CADB-02C4384ACD00}"/>
              </a:ext>
            </a:extLst>
          </p:cNvPr>
          <p:cNvGrpSpPr/>
          <p:nvPr/>
        </p:nvGrpSpPr>
        <p:grpSpPr>
          <a:xfrm>
            <a:off x="649605" y="535940"/>
            <a:ext cx="11090275" cy="5768340"/>
            <a:chOff x="649605" y="535940"/>
            <a:chExt cx="11090275" cy="5768340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BE3EEA42-203A-E2EB-C6BA-AC7ED27969D6}"/>
                </a:ext>
              </a:extLst>
            </p:cNvPr>
            <p:cNvSpPr/>
            <p:nvPr/>
          </p:nvSpPr>
          <p:spPr>
            <a:xfrm>
              <a:off x="7241540" y="535940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14C2C6CC-0D53-00E5-6029-61CC6E5B7FC7}"/>
                </a:ext>
              </a:extLst>
            </p:cNvPr>
            <p:cNvSpPr/>
            <p:nvPr/>
          </p:nvSpPr>
          <p:spPr>
            <a:xfrm>
              <a:off x="1505585" y="374967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FFFB937F-CF27-E4CF-535D-AF87EA077D5E}"/>
                </a:ext>
              </a:extLst>
            </p:cNvPr>
            <p:cNvSpPr/>
            <p:nvPr/>
          </p:nvSpPr>
          <p:spPr>
            <a:xfrm>
              <a:off x="10889615" y="4352925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A175B22B-0F7B-C49C-DB1C-0DBEC58F6409}"/>
                </a:ext>
              </a:extLst>
            </p:cNvPr>
            <p:cNvSpPr/>
            <p:nvPr/>
          </p:nvSpPr>
          <p:spPr>
            <a:xfrm>
              <a:off x="2313940" y="477520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02C81177-5C5C-542A-0071-90978B02071E}"/>
                </a:ext>
              </a:extLst>
            </p:cNvPr>
            <p:cNvSpPr/>
            <p:nvPr/>
          </p:nvSpPr>
          <p:spPr>
            <a:xfrm>
              <a:off x="1122045" y="45821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06FB80A7-0844-30D3-99D5-F5B80957B9B3}"/>
                </a:ext>
              </a:extLst>
            </p:cNvPr>
            <p:cNvSpPr/>
            <p:nvPr/>
          </p:nvSpPr>
          <p:spPr>
            <a:xfrm>
              <a:off x="1983740" y="540321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265A104F-E666-BC44-A0B0-B2D1B6205A88}"/>
                </a:ext>
              </a:extLst>
            </p:cNvPr>
            <p:cNvSpPr/>
            <p:nvPr/>
          </p:nvSpPr>
          <p:spPr>
            <a:xfrm>
              <a:off x="650875" y="581914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108524D8-051A-2FC7-5EBC-D92429DD2D7F}"/>
                </a:ext>
              </a:extLst>
            </p:cNvPr>
            <p:cNvSpPr/>
            <p:nvPr/>
          </p:nvSpPr>
          <p:spPr>
            <a:xfrm>
              <a:off x="11092815" y="1149985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8A02A41-52B7-BC60-4588-37F22C8A47F1}"/>
                </a:ext>
              </a:extLst>
            </p:cNvPr>
            <p:cNvSpPr/>
            <p:nvPr/>
          </p:nvSpPr>
          <p:spPr>
            <a:xfrm>
              <a:off x="9836785" y="2514600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DDF674C5-3162-3469-A722-5402A76119FA}"/>
                </a:ext>
              </a:extLst>
            </p:cNvPr>
            <p:cNvSpPr/>
            <p:nvPr/>
          </p:nvSpPr>
          <p:spPr>
            <a:xfrm>
              <a:off x="7564755" y="198564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A8A6B51-A425-2D0D-B19F-8E702A7A6E82}"/>
                </a:ext>
              </a:extLst>
            </p:cNvPr>
            <p:cNvSpPr/>
            <p:nvPr/>
          </p:nvSpPr>
          <p:spPr>
            <a:xfrm>
              <a:off x="2171065" y="100838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AC48FD9F-CB4E-1A0C-3FE4-4F839ED666B4}"/>
                </a:ext>
              </a:extLst>
            </p:cNvPr>
            <p:cNvSpPr/>
            <p:nvPr/>
          </p:nvSpPr>
          <p:spPr>
            <a:xfrm>
              <a:off x="8160385" y="60807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D009E10-D618-3698-74C3-B53FD6137732}"/>
                </a:ext>
              </a:extLst>
            </p:cNvPr>
            <p:cNvSpPr/>
            <p:nvPr/>
          </p:nvSpPr>
          <p:spPr>
            <a:xfrm>
              <a:off x="8960485" y="5403215"/>
              <a:ext cx="543560" cy="543560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5654676-2DEF-0ACF-9C78-C1CC7C5D7A69}"/>
                </a:ext>
              </a:extLst>
            </p:cNvPr>
            <p:cNvSpPr/>
            <p:nvPr/>
          </p:nvSpPr>
          <p:spPr>
            <a:xfrm>
              <a:off x="2113915" y="1915160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E30D20E-D77D-EE4F-361D-8EA787D40C63}"/>
                </a:ext>
              </a:extLst>
            </p:cNvPr>
            <p:cNvSpPr/>
            <p:nvPr/>
          </p:nvSpPr>
          <p:spPr>
            <a:xfrm>
              <a:off x="10821035" y="59429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FD00B62-8DED-E496-1BBE-62524A9A84BA}"/>
                </a:ext>
              </a:extLst>
            </p:cNvPr>
            <p:cNvSpPr/>
            <p:nvPr/>
          </p:nvSpPr>
          <p:spPr>
            <a:xfrm>
              <a:off x="3185160" y="597217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91C3B20-719C-9AC2-2A3B-CD26ABF5EDD6}"/>
                </a:ext>
              </a:extLst>
            </p:cNvPr>
            <p:cNvSpPr/>
            <p:nvPr/>
          </p:nvSpPr>
          <p:spPr>
            <a:xfrm>
              <a:off x="8380730" y="123634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EB647F3-C41F-7F88-4C81-51F90AE8A198}"/>
                </a:ext>
              </a:extLst>
            </p:cNvPr>
            <p:cNvSpPr/>
            <p:nvPr/>
          </p:nvSpPr>
          <p:spPr>
            <a:xfrm>
              <a:off x="10982960" y="304863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51B5CBB-A83D-8A25-87DB-6426E06BCD5B}"/>
                </a:ext>
              </a:extLst>
            </p:cNvPr>
            <p:cNvSpPr/>
            <p:nvPr/>
          </p:nvSpPr>
          <p:spPr>
            <a:xfrm>
              <a:off x="649605" y="3974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4B68197-0736-836D-D4A3-B536DDBB0BD5}"/>
                </a:ext>
              </a:extLst>
            </p:cNvPr>
            <p:cNvSpPr/>
            <p:nvPr/>
          </p:nvSpPr>
          <p:spPr>
            <a:xfrm>
              <a:off x="931545" y="799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05AAFC8-8BCE-8197-6980-6135033A4991}"/>
                </a:ext>
              </a:extLst>
            </p:cNvPr>
            <p:cNvSpPr/>
            <p:nvPr/>
          </p:nvSpPr>
          <p:spPr>
            <a:xfrm>
              <a:off x="10027920" y="496633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EAEF91-C9CF-9629-53E3-B1D4BDE44F38}"/>
              </a:ext>
            </a:extLst>
          </p:cNvPr>
          <p:cNvSpPr txBox="1"/>
          <p:nvPr/>
        </p:nvSpPr>
        <p:spPr>
          <a:xfrm>
            <a:off x="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9C2140-FFF5-77E1-3138-DE2AEB3618DD}"/>
              </a:ext>
            </a:extLst>
          </p:cNvPr>
          <p:cNvSpPr txBox="1"/>
          <p:nvPr/>
        </p:nvSpPr>
        <p:spPr>
          <a:xfrm>
            <a:off x="11305540" y="6396355"/>
            <a:ext cx="88646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C5B84-28C6-5AA8-D245-D260C7E88709}"/>
              </a:ext>
            </a:extLst>
          </p:cNvPr>
          <p:cNvSpPr/>
          <p:nvPr/>
        </p:nvSpPr>
        <p:spPr>
          <a:xfrm>
            <a:off x="819150" y="553720"/>
            <a:ext cx="10553700" cy="6304280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E939-A7B3-89F5-786B-FB1ED972FDF5}"/>
              </a:ext>
            </a:extLst>
          </p:cNvPr>
          <p:cNvSpPr txBox="1"/>
          <p:nvPr/>
        </p:nvSpPr>
        <p:spPr>
          <a:xfrm>
            <a:off x="609600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167A56-3B4D-D7C8-342F-5C13889A5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09600" cy="97917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6F39916-5107-B97F-C72D-8DFD82EA7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09600" cy="979170"/>
          </a:xfrm>
          <a:prstGeom prst="rect">
            <a:avLst/>
          </a:prstGeom>
        </p:spPr>
      </p:pic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1009650" y="2258060"/>
          <a:ext cx="10172700" cy="2684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475"/>
                <a:gridCol w="1533525"/>
                <a:gridCol w="7124700"/>
              </a:tblGrid>
              <a:tr h="52578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1">
                          <a:solidFill>
                            <a:schemeClr val="lt1"/>
                          </a:solidFill>
                        </a:rPr>
                        <a:t>이름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5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1">
                          <a:solidFill>
                            <a:schemeClr val="lt1"/>
                          </a:solidFill>
                        </a:rPr>
                        <a:t>역할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5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altLang="en-US" kern="1200" i="0" b="1">
                          <a:solidFill>
                            <a:schemeClr val="lt1"/>
                          </a:solidFill>
                        </a:rPr>
                        <a:t>담당 업무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52"/>
                      </a:schemeClr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이영근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팀장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Item, Item 선택 버튼과 체력, 레벨의 시스템 및 UI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안성찬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팀원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lvl="1">
                        <a:buFontTx/>
                        <a:buNone/>
                      </a:pP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손형민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팀원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lvl="1">
                        <a:buFontTx/>
                        <a:buNone/>
                      </a:pP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최   빈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kern="1200" i="0" b="0">
                          <a:solidFill>
                            <a:schemeClr val="dk1"/>
                          </a:solidFill>
                        </a:rPr>
                        <a:t>팀원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lvl="1">
                        <a:buFontTx/>
                        <a:buNone/>
                      </a:pPr>
                      <a:r>
                        <a:rPr lang="ko-KR" altLang="en-US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시작화면</a:t>
                      </a:r>
                      <a:r>
                        <a:rPr lang="en-US" altLang="ko-KR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캐릭터 선택 기능</a:t>
                      </a:r>
                      <a:r>
                        <a:rPr lang="en-US" altLang="ko-KR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, </a:t>
                      </a:r>
                      <a:r>
                        <a:rPr lang="ko-KR" altLang="en-US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게임 그래픽 제공</a:t>
                      </a:r>
                      <a:r>
                        <a:rPr lang="en-US" altLang="ko-KR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, </a:t>
                      </a:r>
                      <a:r>
                        <a:rPr lang="ko-KR" altLang="en-US" sz="1800" kern="1200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발표자료</a:t>
                      </a:r>
                      <a:endParaRPr lang="ko-KR" altLang="en-US" sz="1800" kern="1200" i="0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22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6CC1E-6551-89BD-4670-BD7E6C1B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28C50AC-C36A-D0E1-C144-959B54713FA2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4AE0203-C20D-4FCA-E643-16F1753434F5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B9BD9158-F193-468E-5B01-48238918A7DB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CAAEA4F5-9C6E-257E-6ED2-6501680863D4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8E478A72-55B8-7715-78E5-C4C0C276426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5702FEE-263C-310B-AA2C-A991C393B763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3AAF2FC4-AA01-EFD4-3357-796CA7105FDA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9D23DE94-FE9E-2BB5-EB82-636A1A3A2A4E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0000D8CE-3A52-3DE3-3907-585D43067CBE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75CB6FFC-D39C-0A6A-4F53-F1A8D0270113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68F2F0FA-9642-F24D-AACD-7BDEAEFDC84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21ACEB3-49FB-59F8-E24F-F3A141C47C0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9DC80053-727B-9CD2-8180-D43A6AE5D1B6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12648EA-F207-6797-0AAA-A924FE42DBAF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94FA63-0168-F6FB-6984-E87B487D29B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DB065C4-2E4E-6AB6-9096-F1C4A7A29BF3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8210099-7EAD-7571-363B-99B538B12D5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05E237C-E0C8-5ED8-8833-B86E009C582A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48FBE90-54D2-2382-3866-87076049BF78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5396DBBE-9AAC-F387-21B1-A0BCB3C758F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58FDF7E-2642-C94B-F15D-D71D9A34F4B3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8FBD3C2-82B4-9019-D77C-106BDEC0B9FA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02C480-FB94-AF81-277F-FB75913DE0BF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Mission.3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3F5A7BB-D5E0-1D38-2C01-B2AE9325D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3A07F5B-9FEE-9EB3-64E5-1E91B22B2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3B61A90-6473-6329-BAE4-35F47C490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6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36C92-0177-16D6-AFDC-2CCF771B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F09CCB1-CE98-0624-B65A-F4647FADE40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B592D572-62FB-14A4-C60A-A43765EEF023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8BBF63F-B5B6-E34E-1000-83D698E938EB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B46C0494-4974-C137-DC00-19DD3195045C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FA38E7B-7CFD-EA58-84F1-DC89A285336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A6E06F27-31EA-9040-3886-97A668412B66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1F92F928-DA92-6C9E-D794-49FF4C7A73B2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A76ED949-82BE-39F2-1B40-5D76B1F72FD5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A2A5F2C3-1936-4A6C-4B8B-D9D58AD001F3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4843EFD9-6B4E-BBAE-9FAC-069CA0D82256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E91E5787-C353-56C8-D2C4-6848BE70A41C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5723A9D9-418C-891D-4442-775D7181BD5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A8B1629-5F11-1FDF-53E5-E75FB307A6FA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D137C54-9258-F9AB-0C66-7796E4658880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A4EBF76-A0FC-796F-2945-71F5F5DAC9AE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A3CF125-6A17-79F8-39D1-D4BBA51154C5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7D111D1-D71C-6DB2-8063-6AB56F000640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D8DB356-A498-473B-1523-97C4DC6F2A3E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DD73EC-EFF2-7F3D-3BEF-E85A4E57D3C7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D032AED-B9DD-5B42-B2E8-B6B640D5E74D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6658C18-FDD8-5A25-C3FA-1D4E2439E944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19456C3-257C-35E3-2675-1D9DDD21A51C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0207F1-C0D3-0CA2-83A2-C442D29A6E13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83656-39DD-C40A-D4EC-AD2601A1F325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552072-53D1-A706-CE83-746362004F0D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82381-211B-0F8B-C7C6-1228BD54A29B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2136AD3-41A1-592F-6C4F-836A77769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3F514AC3-68B3-9A08-9C4C-FCE2D51E0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C41B2A4-DD35-E08A-E0E6-0FC3B0BC6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802959"/>
              </p:ext>
            </p:extLst>
          </p:nvPr>
        </p:nvGraphicFramePr>
        <p:xfrm>
          <a:off x="929268" y="2237210"/>
          <a:ext cx="10333461" cy="28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696">
                  <a:extLst>
                    <a:ext uri="{9D8B030D-6E8A-4147-A177-3AD203B41FA5}">
                      <a16:colId xmlns:a16="http://schemas.microsoft.com/office/drawing/2014/main" val="1611561791"/>
                    </a:ext>
                  </a:extLst>
                </a:gridCol>
                <a:gridCol w="2632363">
                  <a:extLst>
                    <a:ext uri="{9D8B030D-6E8A-4147-A177-3AD203B41FA5}">
                      <a16:colId xmlns:a16="http://schemas.microsoft.com/office/drawing/2014/main" val="2053136563"/>
                    </a:ext>
                  </a:extLst>
                </a:gridCol>
                <a:gridCol w="4932218">
                  <a:extLst>
                    <a:ext uri="{9D8B030D-6E8A-4147-A177-3AD203B41FA5}">
                      <a16:colId xmlns:a16="http://schemas.microsoft.com/office/drawing/2014/main" val="779578321"/>
                    </a:ext>
                  </a:extLst>
                </a:gridCol>
                <a:gridCol w="964184">
                  <a:extLst>
                    <a:ext uri="{9D8B030D-6E8A-4147-A177-3AD203B41FA5}">
                      <a16:colId xmlns:a16="http://schemas.microsoft.com/office/drawing/2014/main" val="1877212183"/>
                    </a:ext>
                  </a:extLst>
                </a:gridCol>
              </a:tblGrid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21336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사전 기획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10/15(</a:t>
                      </a:r>
                      <a:r>
                        <a:rPr lang="ko-KR" altLang="en-US" dirty="0"/>
                        <a:t>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기획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역할분담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Git hub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세팅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94731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제작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10/16(</a:t>
                      </a:r>
                      <a:r>
                        <a:rPr lang="ko-KR" altLang="en-US" dirty="0"/>
                        <a:t>수</a:t>
                      </a:r>
                      <a:r>
                        <a:rPr lang="en-US" altLang="ko-KR" dirty="0"/>
                        <a:t>) ~ 10/21(</a:t>
                      </a:r>
                      <a:r>
                        <a:rPr lang="ko-KR" altLang="en-US" dirty="0"/>
                        <a:t>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Unity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73110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마무리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10/22(</a:t>
                      </a:r>
                      <a:r>
                        <a:rPr lang="ko-KR" altLang="en-US" dirty="0"/>
                        <a:t>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버그 수정 및 릴리즈 빌드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56272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 개발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49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89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140D4-03E3-F259-123A-E18F49D7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F2870BC-68BB-0FA8-6578-FF505144B275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89BFEA1C-A7C8-0681-25B1-751CCC26BEDD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76E383D4-F11E-4C81-35E1-1DA6114952B8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311C5D25-FCA2-5716-24D3-FF694F4D6595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2B6838F-04B2-AA92-21CE-2A3FA6C7D2C4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5A522FFC-4CAA-3953-83E5-BCAB8D1135C5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3F6D1329-C8D3-DB7D-D3C4-23948003D534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17312F1-8958-3A77-22C9-587DC20E6E74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2EC2CF8A-960C-6D2D-8142-730F80217D9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29D874CE-0245-5151-72FA-14739C8BB36A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B6DD7E6D-CA7D-E0F3-B2EA-6420E2A81ADC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267B0BC1-77B0-A495-E4CC-B79A24AFE091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D296D37-8E3F-91B5-19F7-D402D0EBBF9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290412-9769-0122-A616-85AFF0F80526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7E2B8BE-2E55-7846-3F78-B6476D664DD6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EFE93FE-2908-5A25-040D-8EBE430CF2EE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D930318-A234-9569-DCDB-03F543E7D3D1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9E00A0E-F97D-BA19-5237-7E49E65082E0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102507F-C033-D0BF-BF6C-2968C4FE6296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5A66172-8C25-A7DB-CB25-5438E57FDBF3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D25DF05-6E20-68B4-5D0E-83126D8DC7CB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83219B1-7627-95E4-AA01-5169047EB2C7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E9181B-E097-20A9-F3BC-814C0561C8FA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22089D-B321-3282-4DB3-9E1E9B844193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8F6786-9D6E-3302-CFC1-75CC0D0CD2AD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0A69F-DFE0-C104-6594-75B73D9F7C48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0EE6127-C6DD-A305-0C14-C32EB506D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CF9FDB1-2345-93F0-17F9-F228FD480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31" name="사각형: 빗면 30">
            <a:extLst>
              <a:ext uri="{FF2B5EF4-FFF2-40B4-BE49-F238E27FC236}">
                <a16:creationId xmlns:a16="http://schemas.microsoft.com/office/drawing/2014/main" id="{53DC99CF-F169-E2C6-86B4-AD7FFDDD0B17}"/>
              </a:ext>
            </a:extLst>
          </p:cNvPr>
          <p:cNvSpPr/>
          <p:nvPr/>
        </p:nvSpPr>
        <p:spPr>
          <a:xfrm>
            <a:off x="931715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게임 시작</a:t>
            </a:r>
          </a:p>
        </p:txBody>
      </p:sp>
      <p:sp>
        <p:nvSpPr>
          <p:cNvPr id="33" name="사각형: 빗면 32">
            <a:extLst>
              <a:ext uri="{FF2B5EF4-FFF2-40B4-BE49-F238E27FC236}">
                <a16:creationId xmlns:a16="http://schemas.microsoft.com/office/drawing/2014/main" id="{F986DC7E-4F85-4869-35E9-76B915073902}"/>
              </a:ext>
            </a:extLst>
          </p:cNvPr>
          <p:cNvSpPr/>
          <p:nvPr/>
        </p:nvSpPr>
        <p:spPr>
          <a:xfrm>
            <a:off x="3245281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기체 선택</a:t>
            </a:r>
            <a:endParaRPr lang="ko-KR" altLang="en-US" sz="1200" dirty="0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EF8221E-CB76-2256-916B-BD8A57DB13C8}"/>
              </a:ext>
            </a:extLst>
          </p:cNvPr>
          <p:cNvCxnSpPr>
            <a:cxnSpLocks/>
            <a:stCxn id="31" idx="0"/>
            <a:endCxn id="33" idx="4"/>
          </p:cNvCxnSpPr>
          <p:nvPr/>
        </p:nvCxnSpPr>
        <p:spPr>
          <a:xfrm>
            <a:off x="2075604" y="3917372"/>
            <a:ext cx="11696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사각형: 빗면 36">
            <a:extLst>
              <a:ext uri="{FF2B5EF4-FFF2-40B4-BE49-F238E27FC236}">
                <a16:creationId xmlns:a16="http://schemas.microsoft.com/office/drawing/2014/main" id="{05A3E2B3-3C54-ABEA-0ABA-3F401319AFE9}"/>
              </a:ext>
            </a:extLst>
          </p:cNvPr>
          <p:cNvSpPr/>
          <p:nvPr/>
        </p:nvSpPr>
        <p:spPr>
          <a:xfrm>
            <a:off x="5544120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메인 화면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29F586-9AF9-D289-1BED-16419EF07E88}"/>
              </a:ext>
            </a:extLst>
          </p:cNvPr>
          <p:cNvCxnSpPr>
            <a:cxnSpLocks/>
            <a:stCxn id="33" idx="0"/>
            <a:endCxn id="37" idx="4"/>
          </p:cNvCxnSpPr>
          <p:nvPr/>
        </p:nvCxnSpPr>
        <p:spPr>
          <a:xfrm>
            <a:off x="4389170" y="3917372"/>
            <a:ext cx="11549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C90F96-3131-EA52-1D14-72A0830C21C3}"/>
              </a:ext>
            </a:extLst>
          </p:cNvPr>
          <p:cNvSpPr/>
          <p:nvPr/>
        </p:nvSpPr>
        <p:spPr>
          <a:xfrm>
            <a:off x="4512912" y="5761238"/>
            <a:ext cx="907465" cy="40172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파괴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CC5D88A1-1ED2-84A6-21A3-E6A1F79DBBFA}"/>
              </a:ext>
            </a:extLst>
          </p:cNvPr>
          <p:cNvCxnSpPr>
            <a:stCxn id="37" idx="2"/>
            <a:endCxn id="44" idx="3"/>
          </p:cNvCxnSpPr>
          <p:nvPr/>
        </p:nvCxnSpPr>
        <p:spPr>
          <a:xfrm rot="5400000">
            <a:off x="5019485" y="4865520"/>
            <a:ext cx="1497472" cy="69568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9157AC1B-7667-6327-1C32-AF03D7A956FC}"/>
              </a:ext>
            </a:extLst>
          </p:cNvPr>
          <p:cNvCxnSpPr>
            <a:cxnSpLocks/>
            <a:stCxn id="44" idx="1"/>
            <a:endCxn id="33" idx="2"/>
          </p:cNvCxnSpPr>
          <p:nvPr/>
        </p:nvCxnSpPr>
        <p:spPr>
          <a:xfrm rot="10800000">
            <a:off x="3817226" y="4464628"/>
            <a:ext cx="695686" cy="1497472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00D6203F-04B3-F5BD-CF63-C27AF640972D}"/>
              </a:ext>
            </a:extLst>
          </p:cNvPr>
          <p:cNvSpPr/>
          <p:nvPr/>
        </p:nvSpPr>
        <p:spPr>
          <a:xfrm>
            <a:off x="3889542" y="1405001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탄환 발사형 </a:t>
            </a:r>
            <a:r>
              <a:rPr lang="ko-KR" altLang="en-US" sz="1200" dirty="0"/>
              <a:t>적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27DDEB7-4836-BC4B-CCB4-1F5D29C024B2}"/>
              </a:ext>
            </a:extLst>
          </p:cNvPr>
          <p:cNvSpPr/>
          <p:nvPr/>
        </p:nvSpPr>
        <p:spPr>
          <a:xfrm>
            <a:off x="2803810" y="2014563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호밍형</a:t>
            </a:r>
            <a:r>
              <a:rPr lang="ko-KR" altLang="en-US" sz="1200" dirty="0"/>
              <a:t> 적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4D4C9BA-D7F3-7AA4-C962-A5E023D1EDDA}"/>
              </a:ext>
            </a:extLst>
          </p:cNvPr>
          <p:cNvSpPr/>
          <p:nvPr/>
        </p:nvSpPr>
        <p:spPr>
          <a:xfrm>
            <a:off x="6423781" y="1406662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자폭형 적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158F631-E063-EB33-C99A-BB688C6251F5}"/>
              </a:ext>
            </a:extLst>
          </p:cNvPr>
          <p:cNvSpPr/>
          <p:nvPr/>
        </p:nvSpPr>
        <p:spPr>
          <a:xfrm>
            <a:off x="7509511" y="2027932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점멸형 적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0A21A63-0AD3-DE69-7D8A-15D349A944B2}"/>
              </a:ext>
            </a:extLst>
          </p:cNvPr>
          <p:cNvCxnSpPr>
            <a:cxnSpLocks/>
            <a:stCxn id="53" idx="4"/>
            <a:endCxn id="37" idx="6"/>
          </p:cNvCxnSpPr>
          <p:nvPr/>
        </p:nvCxnSpPr>
        <p:spPr>
          <a:xfrm flipH="1">
            <a:off x="6116065" y="1839378"/>
            <a:ext cx="1247056" cy="15307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8DFF609-093A-D3D0-A80A-A02D81F27E23}"/>
              </a:ext>
            </a:extLst>
          </p:cNvPr>
          <p:cNvCxnSpPr>
            <a:cxnSpLocks/>
            <a:stCxn id="52" idx="4"/>
            <a:endCxn id="37" idx="6"/>
          </p:cNvCxnSpPr>
          <p:nvPr/>
        </p:nvCxnSpPr>
        <p:spPr>
          <a:xfrm>
            <a:off x="3743150" y="2447279"/>
            <a:ext cx="2372915" cy="9228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B29A586-C073-265C-69C3-A24E0F6AB942}"/>
              </a:ext>
            </a:extLst>
          </p:cNvPr>
          <p:cNvCxnSpPr>
            <a:cxnSpLocks/>
            <a:stCxn id="54" idx="4"/>
            <a:endCxn id="37" idx="6"/>
          </p:cNvCxnSpPr>
          <p:nvPr/>
        </p:nvCxnSpPr>
        <p:spPr>
          <a:xfrm flipH="1">
            <a:off x="6116065" y="2460648"/>
            <a:ext cx="2332786" cy="9094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E6A2D30-9FB5-16CE-CF1D-C7BD73AEB903}"/>
              </a:ext>
            </a:extLst>
          </p:cNvPr>
          <p:cNvCxnSpPr>
            <a:cxnSpLocks/>
            <a:stCxn id="51" idx="4"/>
            <a:endCxn id="37" idx="6"/>
          </p:cNvCxnSpPr>
          <p:nvPr/>
        </p:nvCxnSpPr>
        <p:spPr>
          <a:xfrm>
            <a:off x="4828882" y="1837717"/>
            <a:ext cx="1287183" cy="15323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D6BE38-1F3A-23BF-3FF5-43425B4F7AB2}"/>
              </a:ext>
            </a:extLst>
          </p:cNvPr>
          <p:cNvSpPr txBox="1"/>
          <p:nvPr/>
        </p:nvSpPr>
        <p:spPr>
          <a:xfrm>
            <a:off x="4135642" y="5314499"/>
            <a:ext cx="1587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체력이 </a:t>
            </a:r>
            <a:r>
              <a:rPr lang="en-US" altLang="ko-KR" sz="1200" dirty="0">
                <a:solidFill>
                  <a:schemeClr val="bg1"/>
                </a:solidFill>
              </a:rPr>
              <a:t>0</a:t>
            </a:r>
            <a:r>
              <a:rPr lang="ko-KR" altLang="en-US" sz="1200" dirty="0">
                <a:solidFill>
                  <a:schemeClr val="bg1"/>
                </a:solidFill>
              </a:rPr>
              <a:t>이 될 경우</a:t>
            </a:r>
          </a:p>
        </p:txBody>
      </p:sp>
      <p:sp>
        <p:nvSpPr>
          <p:cNvPr id="70" name="사각형: 빗면 69">
            <a:extLst>
              <a:ext uri="{FF2B5EF4-FFF2-40B4-BE49-F238E27FC236}">
                <a16:creationId xmlns:a16="http://schemas.microsoft.com/office/drawing/2014/main" id="{CE36A71F-A2BF-4677-3449-43570CE06E0C}"/>
              </a:ext>
            </a:extLst>
          </p:cNvPr>
          <p:cNvSpPr/>
          <p:nvPr/>
        </p:nvSpPr>
        <p:spPr>
          <a:xfrm>
            <a:off x="7842959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보스 등장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3E9CD1D-A715-7EF1-774A-EAE897B5E62C}"/>
              </a:ext>
            </a:extLst>
          </p:cNvPr>
          <p:cNvCxnSpPr>
            <a:cxnSpLocks/>
            <a:stCxn id="37" idx="0"/>
            <a:endCxn id="70" idx="4"/>
          </p:cNvCxnSpPr>
          <p:nvPr/>
        </p:nvCxnSpPr>
        <p:spPr>
          <a:xfrm>
            <a:off x="6688009" y="3917372"/>
            <a:ext cx="11549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사각형: 빗면 75">
            <a:extLst>
              <a:ext uri="{FF2B5EF4-FFF2-40B4-BE49-F238E27FC236}">
                <a16:creationId xmlns:a16="http://schemas.microsoft.com/office/drawing/2014/main" id="{546EAB07-7922-B727-6727-6B7194FD1ED0}"/>
              </a:ext>
            </a:extLst>
          </p:cNvPr>
          <p:cNvSpPr/>
          <p:nvPr/>
        </p:nvSpPr>
        <p:spPr>
          <a:xfrm>
            <a:off x="10141798" y="3365130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스코어 화면</a:t>
            </a: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5B66CF3-9D25-1EA5-CE20-E3E6D3630015}"/>
              </a:ext>
            </a:extLst>
          </p:cNvPr>
          <p:cNvCxnSpPr>
            <a:cxnSpLocks/>
            <a:stCxn id="70" idx="0"/>
            <a:endCxn id="76" idx="4"/>
          </p:cNvCxnSpPr>
          <p:nvPr/>
        </p:nvCxnSpPr>
        <p:spPr>
          <a:xfrm flipV="1">
            <a:off x="8986848" y="3912386"/>
            <a:ext cx="1154950" cy="49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638CFDA8-A0EE-0216-8375-A0E85A9D90FF}"/>
              </a:ext>
            </a:extLst>
          </p:cNvPr>
          <p:cNvCxnSpPr>
            <a:cxnSpLocks/>
            <a:stCxn id="76" idx="2"/>
            <a:endCxn id="84" idx="3"/>
          </p:cNvCxnSpPr>
          <p:nvPr/>
        </p:nvCxnSpPr>
        <p:spPr>
          <a:xfrm rot="5400000">
            <a:off x="8447256" y="4185335"/>
            <a:ext cx="1992181" cy="254079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454C2EB-C563-25FC-4F86-0891A5852E2A}"/>
              </a:ext>
            </a:extLst>
          </p:cNvPr>
          <p:cNvSpPr/>
          <p:nvPr/>
        </p:nvSpPr>
        <p:spPr>
          <a:xfrm>
            <a:off x="7265484" y="6250961"/>
            <a:ext cx="907465" cy="40172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RETEY</a:t>
            </a:r>
            <a:endParaRPr lang="ko-KR" alt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2B2FF7-7CF3-386B-3DEC-9F4380F19F53}"/>
              </a:ext>
            </a:extLst>
          </p:cNvPr>
          <p:cNvSpPr txBox="1"/>
          <p:nvPr/>
        </p:nvSpPr>
        <p:spPr>
          <a:xfrm>
            <a:off x="6242777" y="4560664"/>
            <a:ext cx="204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스테이지 클리어 점수 도달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E9ED47-E9B3-A93A-00A0-6486947E4132}"/>
              </a:ext>
            </a:extLst>
          </p:cNvPr>
          <p:cNvSpPr txBox="1"/>
          <p:nvPr/>
        </p:nvSpPr>
        <p:spPr>
          <a:xfrm>
            <a:off x="5452241" y="2270433"/>
            <a:ext cx="128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추적 및 공격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20736D-CE97-7CA3-6EC5-1FEAFC56D82F}"/>
              </a:ext>
            </a:extLst>
          </p:cNvPr>
          <p:cNvSpPr txBox="1"/>
          <p:nvPr/>
        </p:nvSpPr>
        <p:spPr>
          <a:xfrm>
            <a:off x="8486618" y="2945614"/>
            <a:ext cx="204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보스 파괴 성공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4169BF6-BEAC-5F5C-CBDD-A38F8986B4B0}"/>
              </a:ext>
            </a:extLst>
          </p:cNvPr>
          <p:cNvCxnSpPr>
            <a:cxnSpLocks/>
            <a:stCxn id="84" idx="1"/>
            <a:endCxn id="33" idx="2"/>
          </p:cNvCxnSpPr>
          <p:nvPr/>
        </p:nvCxnSpPr>
        <p:spPr>
          <a:xfrm rot="10800000">
            <a:off x="3817226" y="4464629"/>
            <a:ext cx="3448258" cy="198719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A4597BE-CE30-67B8-3C01-D1153977C666}"/>
              </a:ext>
            </a:extLst>
          </p:cNvPr>
          <p:cNvSpPr txBox="1"/>
          <p:nvPr/>
        </p:nvSpPr>
        <p:spPr>
          <a:xfrm>
            <a:off x="4742871" y="612778"/>
            <a:ext cx="270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전체 로직 구성도</a:t>
            </a:r>
          </a:p>
        </p:txBody>
      </p:sp>
    </p:spTree>
    <p:extLst>
      <p:ext uri="{BB962C8B-B14F-4D97-AF65-F5344CB8AC3E}">
        <p14:creationId xmlns:p14="http://schemas.microsoft.com/office/powerpoint/2010/main" val="316927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605" y="535940"/>
            <a:ext cx="11090275" cy="5768340"/>
            <a:chOff x="649605" y="535940"/>
            <a:chExt cx="11090275" cy="5768340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540" y="535940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85" y="374967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15" y="4352925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940" y="477520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045" y="45821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740" y="540321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0875" y="581914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15" y="1149985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85" y="2514600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755" y="198564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65" y="100838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85" y="60807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85" y="5403215"/>
              <a:ext cx="543560" cy="543560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915" y="1915160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1035" y="59429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160" y="597217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730" y="123634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960" y="304863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605" y="3974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545" y="799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7920" y="496633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540" y="6396355"/>
            <a:ext cx="88646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/>
          <p:cNvSpPr>
            <a:spLocks/>
          </p:cNvSpPr>
          <p:nvPr/>
        </p:nvSpPr>
        <p:spPr>
          <a:xfrm rot="0">
            <a:off x="819150" y="534035"/>
            <a:ext cx="10554335" cy="6304915"/>
          </a:xfrm>
          <a:prstGeom prst="rect"/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09600" cy="97917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09600" cy="9791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데이터 구조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 rot="0">
            <a:off x="1444625" y="1264285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ItemSO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35" name="그림 10" descr="/temp/fImage48885613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3010" y="2793365"/>
            <a:ext cx="4972685" cy="3429635"/>
          </a:xfrm>
          <a:prstGeom prst="rect"/>
          <a:noFill/>
        </p:spPr>
      </p:pic>
      <p:sp>
        <p:nvSpPr>
          <p:cNvPr id="36" name="텍스트 상자 11"/>
          <p:cNvSpPr txBox="1">
            <a:spLocks/>
          </p:cNvSpPr>
          <p:nvPr/>
        </p:nvSpPr>
        <p:spPr>
          <a:xfrm rot="0">
            <a:off x="922655" y="1744980"/>
            <a:ext cx="4996815" cy="119951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StatModifier와 </a:t>
            </a:r>
            <a:r>
              <a:rPr lang="ko-KR" altLang="en-US">
                <a:latin typeface="Tmon몬소리 Black" charset="0"/>
                <a:ea typeface="Tmon몬소리 Black" charset="0"/>
              </a:rPr>
              <a:t>UsableItem으로</a:t>
            </a:r>
            <a:r>
              <a:rPr lang="ko-KR" altLang="en-US">
                <a:latin typeface="Tmon몬소리 Black" charset="0"/>
                <a:ea typeface="Tmon몬소리 Black" charset="0"/>
              </a:rPr>
              <a:t> 아이템 타입을 나눠서 스탯을 변경해주는 아이템과 사용 아이템의 기능을 따로 관리해 주었습니다.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342900" indent="-342900">
              <a:buFontTx/>
              <a:buNone/>
            </a:pP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37" name="그림 15" descr="/temp/fImage657036852966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95770" y="1968500"/>
            <a:ext cx="3991610" cy="3429635"/>
          </a:xfrm>
          <a:prstGeom prst="rect"/>
          <a:noFill/>
        </p:spPr>
      </p:pic>
      <p:sp>
        <p:nvSpPr>
          <p:cNvPr id="38" name="텍스트 상자 16"/>
          <p:cNvSpPr txBox="1">
            <a:spLocks/>
          </p:cNvSpPr>
          <p:nvPr/>
        </p:nvSpPr>
        <p:spPr>
          <a:xfrm rot="0">
            <a:off x="6709410" y="1440180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ItemButtonHandler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39" name="텍스트 상자 17"/>
          <p:cNvSpPr txBox="1">
            <a:spLocks/>
          </p:cNvSpPr>
          <p:nvPr/>
        </p:nvSpPr>
        <p:spPr>
          <a:xfrm rot="0">
            <a:off x="6649085" y="5498465"/>
            <a:ext cx="4604385" cy="6457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생성된 ItemSO를 ItemButtonHandler를 통해 Button에 넣어줍니다.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54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 rot="0"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 rot="0"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 rot="0"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 rot="0"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 rot="0"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 rot="0"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 rot="0"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 rot="0"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 rot="0"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 rot="0"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 rot="0"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 rot="0">
              <a:off x="8960485" y="5403215"/>
              <a:ext cx="544195" cy="544195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 rot="0">
              <a:off x="2113915" y="1915160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 rot="0">
              <a:off x="10821035" y="59429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 rot="0">
              <a:off x="3185160" y="597217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 rot="0">
              <a:off x="8380730" y="123634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 rot="0">
              <a:off x="10982960" y="304863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 rot="0">
              <a:off x="649605" y="3974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931545" y="799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 rot="0">
              <a:off x="10027920" y="496633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 rot="0">
            <a:off x="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305540" y="6396355"/>
            <a:ext cx="88709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819150" y="534035"/>
            <a:ext cx="10554335" cy="6304915"/>
          </a:xfrm>
          <a:prstGeom prst="rect"/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609600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57940" y="5325110"/>
            <a:ext cx="610235" cy="979805"/>
          </a:xfrm>
          <a:prstGeom prst="rect"/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" y="5329555"/>
            <a:ext cx="610235" cy="97980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4742815" y="612775"/>
            <a:ext cx="2707005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데이터 구조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1444625" y="1264285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ItemToStatAssigner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37" name="그림 12" descr="/temp/fImage7611864869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6405" y="1645920"/>
            <a:ext cx="5654675" cy="5008245"/>
          </a:xfrm>
          <a:prstGeom prst="rect"/>
          <a:noFill/>
        </p:spPr>
      </p:pic>
      <p:pic>
        <p:nvPicPr>
          <p:cNvPr id="38" name="그림 13" descr="/temp/fImage71763649995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50305" y="1713865"/>
            <a:ext cx="5488940" cy="4072890"/>
          </a:xfrm>
          <a:prstGeom prst="rect"/>
          <a:noFill/>
        </p:spPr>
      </p:pic>
      <p:sp>
        <p:nvSpPr>
          <p:cNvPr id="39" name="텍스트 상자 14"/>
          <p:cNvSpPr txBox="1">
            <a:spLocks/>
          </p:cNvSpPr>
          <p:nvPr/>
        </p:nvSpPr>
        <p:spPr>
          <a:xfrm rot="0">
            <a:off x="6346190" y="1257300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GetUsableItemAssigner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40" name="텍스트 상자 23"/>
          <p:cNvSpPr txBox="1">
            <a:spLocks/>
          </p:cNvSpPr>
          <p:nvPr/>
        </p:nvSpPr>
        <p:spPr>
          <a:xfrm rot="0">
            <a:off x="6097270" y="5937250"/>
            <a:ext cx="534479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Dictionary를 활용해 아이템별 메서드를 정의합니다.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 rot="0"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 rot="0"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 rot="0"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 rot="0"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 rot="0"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 rot="0"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 rot="0"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 rot="0"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 rot="0"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 rot="0"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 rot="0"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 rot="0">
              <a:off x="8960485" y="5403215"/>
              <a:ext cx="544195" cy="544195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 rot="0">
              <a:off x="2113915" y="1915160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 rot="0">
              <a:off x="10821035" y="59429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 rot="0">
              <a:off x="3185160" y="597217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 rot="0">
              <a:off x="8380730" y="123634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 rot="0">
              <a:off x="10982960" y="304863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 rot="0">
              <a:off x="649605" y="3974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931545" y="799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 rot="0">
              <a:off x="10027920" y="496633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 rot="0">
            <a:off x="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305540" y="6396355"/>
            <a:ext cx="88709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819150" y="553085"/>
            <a:ext cx="10554335" cy="6304915"/>
          </a:xfrm>
          <a:prstGeom prst="rect"/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609600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57940" y="5325110"/>
            <a:ext cx="610235" cy="979805"/>
          </a:xfrm>
          <a:prstGeom prst="rect"/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" y="5329555"/>
            <a:ext cx="610235" cy="97980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4742815" y="612775"/>
            <a:ext cx="2707005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1444625" y="1264285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ItemSelectionManager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40" name="그림 18" descr="/temp/fImage57790688758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/>
          <a:stretch>
            <a:fillRect/>
          </a:stretch>
        </p:blipFill>
        <p:spPr>
          <a:xfrm rot="0">
            <a:off x="1131570" y="2004694"/>
            <a:ext cx="5582285" cy="2848610"/>
          </a:xfrm>
          <a:prstGeom prst="rect"/>
          <a:noFill/>
        </p:spPr>
      </p:pic>
      <p:pic>
        <p:nvPicPr>
          <p:cNvPr id="41" name="그림 19" descr="/temp/fImage15715689485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0" r="375"/>
          <a:stretch>
            <a:fillRect/>
          </a:stretch>
        </p:blipFill>
        <p:spPr>
          <a:xfrm rot="0">
            <a:off x="6888480" y="2153285"/>
            <a:ext cx="4374515" cy="2572385"/>
          </a:xfrm>
          <a:prstGeom prst="rect"/>
          <a:noFill/>
        </p:spPr>
      </p:pic>
      <p:sp>
        <p:nvSpPr>
          <p:cNvPr id="42" name="텍스트 상자 22"/>
          <p:cNvSpPr txBox="1">
            <a:spLocks/>
          </p:cNvSpPr>
          <p:nvPr/>
        </p:nvSpPr>
        <p:spPr>
          <a:xfrm rot="0">
            <a:off x="648970" y="4982845"/>
            <a:ext cx="9190990" cy="9226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GetChoices : RandomItem을 먹거나 LevelUP 시 아이템 선택지를 제공합니다.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</a:t>
            </a:r>
            <a:r>
              <a:rPr lang="ko-KR" altLang="en-US">
                <a:latin typeface="Tmon몬소리 Black" charset="0"/>
                <a:ea typeface="Tmon몬소리 Black" charset="0"/>
              </a:rPr>
              <a:t>DisplaySelectionOptions : 아이템 리스트에서 랜덤으로 아이템을 3개를 뽑아서 보여주고, OnItemSelected를 호출해 아이템 선택 시의 로직을 실행합니다.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 rot="0"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 rot="0"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 rot="0"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 rot="0"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 rot="0"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 rot="0"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 rot="0"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 rot="0"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 rot="0"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 rot="0"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 rot="0"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 rot="0">
              <a:off x="8960485" y="5403215"/>
              <a:ext cx="544195" cy="544195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 rot="0">
              <a:off x="2113915" y="1915160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 rot="0">
              <a:off x="10821035" y="59429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 rot="0">
              <a:off x="3185160" y="597217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 rot="0">
              <a:off x="8380730" y="123634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 rot="0">
              <a:off x="10982960" y="304863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 rot="0">
              <a:off x="649605" y="3974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931545" y="799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 rot="0">
              <a:off x="10027920" y="496633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 rot="0">
            <a:off x="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305540" y="6396355"/>
            <a:ext cx="88709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819150" y="553085"/>
            <a:ext cx="10554335" cy="6304915"/>
          </a:xfrm>
          <a:prstGeom prst="rect"/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609600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57940" y="5325110"/>
            <a:ext cx="610235" cy="979805"/>
          </a:xfrm>
          <a:prstGeom prst="rect"/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" y="5329555"/>
            <a:ext cx="610235" cy="97980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4742815" y="612775"/>
            <a:ext cx="2707005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1444625" y="1122680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PlayerLevelAndExpManager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6463665" y="1995170"/>
            <a:ext cx="434657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레벨 별 필요한 경험치 양을 정의합니다.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43" name="그림 25" descr="/temp/fImage13392729775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20825" y="1698625"/>
            <a:ext cx="4671695" cy="1864359"/>
          </a:xfrm>
          <a:prstGeom prst="rect"/>
          <a:noFill/>
        </p:spPr>
      </p:pic>
      <p:pic>
        <p:nvPicPr>
          <p:cNvPr id="44" name="그림 26" descr="/temp/fImage5232573067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20825" y="3853179"/>
            <a:ext cx="6096635" cy="2620010"/>
          </a:xfrm>
          <a:prstGeom prst="rect"/>
          <a:noFill/>
        </p:spPr>
      </p:pic>
      <p:sp>
        <p:nvSpPr>
          <p:cNvPr id="45" name="텍스트 상자 27"/>
          <p:cNvSpPr txBox="1">
            <a:spLocks/>
          </p:cNvSpPr>
          <p:nvPr/>
        </p:nvSpPr>
        <p:spPr>
          <a:xfrm rot="0">
            <a:off x="7826375" y="4838065"/>
            <a:ext cx="3106420" cy="6457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경험치를 얻었을 때, 경험치를 레벨에 반영합니다.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 rot="0"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 rot="0"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 rot="0"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 rot="0"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 rot="0"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 rot="0"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 rot="0"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 rot="0"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 rot="0"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 rot="0"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 rot="0"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 rot="0">
              <a:off x="8960485" y="5403215"/>
              <a:ext cx="544195" cy="544195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 rot="0">
              <a:off x="2113915" y="1915160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 rot="0">
              <a:off x="10821035" y="59429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 rot="0">
              <a:off x="3185160" y="597217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 rot="0">
              <a:off x="8380730" y="123634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 rot="0">
              <a:off x="10982960" y="304863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 rot="0">
              <a:off x="649605" y="3974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931545" y="799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 rot="0">
              <a:off x="10027920" y="496633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 rot="0">
            <a:off x="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305540" y="6396355"/>
            <a:ext cx="88709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819150" y="553085"/>
            <a:ext cx="10554335" cy="6304915"/>
          </a:xfrm>
          <a:prstGeom prst="rect"/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609600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57940" y="5325110"/>
            <a:ext cx="610235" cy="979805"/>
          </a:xfrm>
          <a:prstGeom prst="rect"/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" y="5329555"/>
            <a:ext cx="610235" cy="97980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4742815" y="612775"/>
            <a:ext cx="2707005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1388110" y="1151255"/>
            <a:ext cx="3963035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UIManager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5163185" y="3050540"/>
            <a:ext cx="5430520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UI에 있는 레벨과 경험치 바, 체력 바를 가져옵니다. 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 rot="0">
            <a:off x="7769860" y="4583430"/>
            <a:ext cx="3106420" cy="6457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레벨과 경험치, 체력에 따라 UI를 보여줍니다.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46" name="그림 28" descr="/temp/fImage12914767362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61770" y="1599565"/>
            <a:ext cx="3288665" cy="2331085"/>
          </a:xfrm>
          <a:prstGeom prst="rect"/>
          <a:noFill/>
        </p:spPr>
      </p:pic>
      <p:pic>
        <p:nvPicPr>
          <p:cNvPr id="47" name="그림 29" descr="/temp/fImage70351768452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94765" y="4031615"/>
            <a:ext cx="6096635" cy="2753360"/>
          </a:xfrm>
          <a:prstGeom prst="rect"/>
          <a:noFill/>
        </p:spPr>
      </p:pic>
      <p:pic>
        <p:nvPicPr>
          <p:cNvPr id="48" name="그림 30" descr="/temp/fImage66937699059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82615" y="1604010"/>
            <a:ext cx="1715135" cy="12198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 rot="0"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 rot="0"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 rot="0"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 rot="0"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 rot="0"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 rot="0"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 rot="0"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 rot="0"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 rot="0"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 rot="0"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 rot="0"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 rot="0">
              <a:off x="8960485" y="5403215"/>
              <a:ext cx="544195" cy="544195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 rot="0">
              <a:off x="2113915" y="1915160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 rot="0">
              <a:off x="10821035" y="59429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 rot="0">
              <a:off x="3185160" y="597217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 rot="0">
              <a:off x="8380730" y="123634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 rot="0">
              <a:off x="10982960" y="304863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 rot="0">
              <a:off x="649605" y="3974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931545" y="799465"/>
              <a:ext cx="220980" cy="2209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 rot="0">
              <a:off x="10027920" y="4966335"/>
              <a:ext cx="335280" cy="335280"/>
            </a:xfrm>
            <a:prstGeom prst="ellipse"/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 rot="0">
            <a:off x="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305540" y="6396355"/>
            <a:ext cx="88709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6096000" y="-3810"/>
            <a:ext cx="609663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457940" y="5325110"/>
            <a:ext cx="610235" cy="979805"/>
          </a:xfrm>
          <a:prstGeom prst="rect"/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" y="5329555"/>
            <a:ext cx="610235" cy="97980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4742815" y="612775"/>
            <a:ext cx="2707005" cy="4622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게임 기능 구현 사항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814070" y="1037590"/>
            <a:ext cx="3963035" cy="535622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>
                <a:latin typeface="Tmon몬소리 Black" charset="0"/>
                <a:ea typeface="Tmon몬소리 Black" charset="0"/>
              </a:rPr>
              <a:t>필수 구현 기능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800100" indent="-34290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게임 화면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게임을 플레이 할 수 있는 화면 을 구성함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742950" indent="-28575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캐릭터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00150" indent="-28575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게임에서 움직일 수 있는 플레이어 캐릭터와 적</a:t>
            </a:r>
            <a:r>
              <a:rPr lang="en-US" altLang="ko-KR">
                <a:latin typeface="Tmon몬소리 Black" charset="0"/>
                <a:ea typeface="Tmon몬소리 Black" charset="0"/>
              </a:rPr>
              <a:t> </a:t>
            </a:r>
            <a:r>
              <a:rPr lang="ko-KR" altLang="en-US">
                <a:latin typeface="Tmon몬소리 Black" charset="0"/>
                <a:ea typeface="Tmon몬소리 Black" charset="0"/>
              </a:rPr>
              <a:t>캐릭터를 구현됨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800100" indent="-34290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총알과 공격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주인공 캐릭터가 총알을 발사하고 적 캐릭터도 공격을 할 수 있게 구현됨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742950" indent="-28575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충돌감지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00150" indent="-28575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총알과 적 캐릭터가 충돌할 경우 적이 제거되고 점수가 증가되게 설정됨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742950" indent="-28575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게임 로직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00150" indent="-28575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게임시작</a:t>
            </a:r>
            <a:r>
              <a:rPr lang="en-US" altLang="ko-KR">
                <a:latin typeface="Tmon몬소리 Black" charset="0"/>
                <a:ea typeface="Tmon몬소리 Black" charset="0"/>
              </a:rPr>
              <a:t>, </a:t>
            </a:r>
            <a:r>
              <a:rPr lang="ko-KR" altLang="en-US">
                <a:latin typeface="Tmon몬소리 Black" charset="0"/>
                <a:ea typeface="Tmon몬소리 Black" charset="0"/>
              </a:rPr>
              <a:t>종료 점수</a:t>
            </a:r>
            <a:r>
              <a:rPr lang="en-US" altLang="ko-KR">
                <a:latin typeface="Tmon몬소리 Black" charset="0"/>
                <a:ea typeface="Tmon몬소리 Black" charset="0"/>
              </a:rPr>
              <a:t>, </a:t>
            </a:r>
            <a:r>
              <a:rPr lang="ko-KR" altLang="en-US">
                <a:latin typeface="Tmon몬소리 Black" charset="0"/>
                <a:ea typeface="Tmon몬소리 Black" charset="0"/>
              </a:rPr>
              <a:t>생명의 기본 로직이 구성됨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 rot="0">
            <a:off x="4114800" y="1040765"/>
            <a:ext cx="3963035" cy="17551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>
                <a:latin typeface="Tmon몬소리 Black" charset="0"/>
                <a:ea typeface="Tmon몬소리 Black" charset="0"/>
              </a:rPr>
              <a:t>선택 구현 기능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800100" indent="-34290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아이템 시스템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플레이어가 획득하면 랜덤으로 체력 회복</a:t>
            </a:r>
            <a:r>
              <a:rPr lang="en-US" altLang="ko-KR">
                <a:latin typeface="Tmon몬소리 Black" charset="0"/>
                <a:ea typeface="Tmon몬소리 Black" charset="0"/>
              </a:rPr>
              <a:t>/</a:t>
            </a:r>
            <a:r>
              <a:rPr lang="ko-KR" altLang="en-US">
                <a:latin typeface="Tmon몬소리 Black" charset="0"/>
                <a:ea typeface="Tmon몬소리 Black" charset="0"/>
              </a:rPr>
              <a:t>무기 업그레이드를 하는 아이템 시스템을 추가함</a:t>
            </a: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sp>
        <p:nvSpPr>
          <p:cNvPr id="35" name="Rect 0"/>
          <p:cNvSpPr txBox="1">
            <a:spLocks/>
          </p:cNvSpPr>
          <p:nvPr/>
        </p:nvSpPr>
        <p:spPr>
          <a:xfrm rot="0">
            <a:off x="7432040" y="1072515"/>
            <a:ext cx="3963035" cy="31400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>
                <a:latin typeface="Tmon몬소리 Black" charset="0"/>
                <a:ea typeface="Tmon몬소리 Black" charset="0"/>
              </a:rPr>
              <a:t>자체 구현 기능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800100" indent="-34290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보스 몬스터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게임을 플레이 하며 일정 점수에 도달하면 보스 몬스터가 소환되고 보스전이 시작됨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800100" indent="-342900" lvl="1">
              <a:buFont typeface="Wingdings"/>
              <a:buChar char="§"/>
            </a:pPr>
            <a:r>
              <a:rPr lang="ko-KR" altLang="en-US">
                <a:latin typeface="Tmon몬소리 Black" charset="0"/>
                <a:ea typeface="Tmon몬소리 Black" charset="0"/>
              </a:rPr>
              <a:t>캐릭터 변경 기능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r>
              <a:rPr lang="ko-KR" altLang="en-US">
                <a:latin typeface="Tmon몬소리 Black" charset="0"/>
                <a:ea typeface="Tmon몬소리 Black" charset="0"/>
              </a:rPr>
              <a:t>게임을 플레이 하기 전 원하는 플레이어 기체를 선택할 수 있음</a:t>
            </a:r>
            <a:endParaRPr lang="ko-KR" altLang="en-US">
              <a:latin typeface="Tmon몬소리 Black" charset="0"/>
              <a:ea typeface="Tmon몬소리 Black" charset="0"/>
            </a:endParaRPr>
          </a:p>
          <a:p>
            <a:pPr marL="1257300" indent="-342900" lvl="2">
              <a:buFont typeface="Arial"/>
              <a:buChar char="•"/>
            </a:pPr>
            <a:endParaRPr lang="ko-KR" altLang="en-US">
              <a:latin typeface="Tmon몬소리 Black" charset="0"/>
              <a:ea typeface="Tmon몬소리 Black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AB85-4893-1A3F-9E5F-B6E5A304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B69E155-89A9-58A5-580F-AA9FD9A7BE8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A5638718-0E93-6C3A-60A6-B2104EDD0590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E2D901E2-A5D8-EC2D-ED00-971C194BC3A4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132F9B30-3964-EA3B-1308-860269A78B2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A09A51AE-51BB-5D71-495B-33090F07084E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FF46E3A2-3C0E-8D9B-964E-0E013D3C4A7F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AA4C2EF4-F423-140E-B914-6A6FA3D0A54D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EA916E0B-4798-042F-FDCD-99533B19B717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9D4E381A-047F-6495-5CD0-5352DCA24B6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6CB3FE6A-34D5-0347-C2E9-B042BB28D613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F7D4D303-3C5F-6E39-574E-0E9C1B01C292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B65BE20-7E50-BA7F-7B08-657E5FCE5ACE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4911573-8621-0AE6-61B4-3F950DD87DB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8C0009B-3855-8468-AAE5-079EE8F44F06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101DECB-7A6F-F5A2-A93F-EDB959516F08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8460868-B133-226C-0012-98FF3D6EECD0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EBFF2B3-F74D-D3FA-C60A-10F7D9D684C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689E674-8AEC-A007-C5AC-1250043AC7A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AC1FE44-F9E0-DB8B-C2C6-A98426976DC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A89B43B-66A3-7860-2D83-1CBF67267486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679D41E-ED54-C1BD-EBC7-36E95C8A4157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8CC0C9A-E205-FBB7-638C-9D170FA1FF3E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A6F79D6-7DA4-B23D-1500-AD835A3C6AF1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Mission.4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D5BAF3B-AB55-5FAD-8017-922BB1CD8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BAA76B9-BEB9-FF0C-154A-20E0B65CE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BB47B20-3DE3-8E31-230D-41F598D33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8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AE4E7-482E-9D93-AD62-48B778CD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0364F02-2F5F-FEAA-BF6A-A98FB1FC159F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67FC0F26-8EB6-5999-BEC2-7A419BC30641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01B2D9DC-343D-15AC-7C11-669C9242138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B77DB51E-C5B9-CC75-F8CD-C75FD4193195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E0CB14F1-D7B1-86D7-9891-0EA03693CDEB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2799B7A6-72B5-CC5B-C4E1-B795C355DB10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BF3DD697-0A51-A8A4-FD47-BA5FF7EF7A2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7B868ED-8620-36B6-9940-A67FF99128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B7CCB78-499C-22FF-C612-04EA8D31E69E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B631D7DA-F4B1-AE27-EE99-3BE8C943623F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57B74BF-A6B8-2AA1-8488-195A7436DD16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43DCED70-BAC3-5738-B093-F714314712A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A6C59718-6599-D4C7-4FC8-4534A09ED9B3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DF1525A-C627-B519-4A95-CC108A502CCD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7585064-1BC6-51EC-3F40-EEA382A8517C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CE1EAC2-A662-D22E-ED09-DDBB64584F2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05330C5-92C4-2A51-DC70-E640FA66B3A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21B12EB-6A47-9E52-FA7C-093CD24832AC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531A3B9-FCBD-2FEA-6AB1-0DFFAC12928A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90A5CE3-0782-1FA9-0BB3-75B3CEB28B28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C6357FC-4F37-1B46-190F-FA352752133F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DDD712A-FA39-408F-0963-4295B194EC3E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91DE947-94ED-287C-454C-8C7708F6B42B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E435F6-8CB8-8423-9BFD-ED96F9AEEE27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7B505AB-06D8-D2A6-80FD-D3AB5016DA50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751569-08B9-9118-7EDA-22A704023801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07D5F1A-AADC-0705-F269-8B25992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3E117B6-25EA-201B-835F-A73B6CC6D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6B3096-CFE1-A8B3-CDB6-5B53E037C894}"/>
              </a:ext>
            </a:extLst>
          </p:cNvPr>
          <p:cNvSpPr txBox="1"/>
          <p:nvPr/>
        </p:nvSpPr>
        <p:spPr>
          <a:xfrm>
            <a:off x="4742871" y="612778"/>
            <a:ext cx="270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트러블 슈팅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16BBCF-DF29-32EA-94FF-0CA0F4F41A77}"/>
              </a:ext>
            </a:extLst>
          </p:cNvPr>
          <p:cNvSpPr txBox="1"/>
          <p:nvPr/>
        </p:nvSpPr>
        <p:spPr>
          <a:xfrm>
            <a:off x="817133" y="1224605"/>
            <a:ext cx="10555717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캐릭터 선택 시 </a:t>
            </a:r>
            <a:r>
              <a:rPr lang="ko-KR" alt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출력 문제</a:t>
            </a:r>
            <a:endParaRPr lang="en-US" altLang="ko-KR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게임 플레이 캐릭터를 선택할 때 </a:t>
            </a:r>
            <a:r>
              <a:rPr lang="ko-KR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에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저장된 플레이어 캐릭터를 호출한 다음 스테이지를 이동해야 하지만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게임 매니저에서 </a:t>
            </a:r>
            <a:r>
              <a:rPr lang="ko-KR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으로 호출된 플레이어는 인식하지 못하는 문제가 발생하여 결국 애니메이션 컨트롤러에 플레이어 아이디 함수를 추가한 다음 게임 매니저 에서 아이디 함수에 따라 플레이어 애니메이션을 변경시켜 주는 방식으로 플레이어 선택을 구현하여 해결할 수 있었습니다 </a:t>
            </a:r>
            <a:endParaRPr lang="en-US" altLang="ko-KR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90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B6AB3-7605-2493-3AE6-AE67A1A7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CB928C5-1AAC-F26E-2F23-6E5E5BC0AB59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72393A31-0624-0620-EDDE-E6F82E1DCA7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D69E18F1-639C-460C-7AC2-B02C5EFF292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04884B49-E7DB-0FC6-6EFC-DB74AB32979B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250C2713-8C80-F9FA-8AE6-5770E0C2D99E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2118AD93-FAF0-78FB-4838-033CFCBA1C10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4F0E1BD5-4732-B89B-20F8-9D00157F779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E70C42D-3E6D-CB0D-09F3-86A1ABC5CE0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F7C80E68-A7BD-C3EC-4B5F-D5D56C7E9350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1224576B-414A-C331-E505-48DB66BFFF4C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CA793A13-EC84-468B-BE06-C2FAD375B8EB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F724592F-E902-8311-549F-0CA65779E5C7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8904AC8-A551-5B57-BE0B-51CD259134B7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3B45886-89D9-29C0-63B4-27AA031A0ECB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4F98AE6-0608-9573-470C-F20824891B76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780CA33-74A3-E895-FC66-4D4591BF2632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69C7ED5-F336-E203-5B44-B355296538DC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BD3645-C6E3-80B1-8B6F-DA5D58F1AFDA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F11266E-5853-AC60-2205-75D78B6E5985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B9BE512-DB3E-6DC0-D20D-AAD46F32AE70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EE79902-34D4-EF59-B8FD-0C1EA5630275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4B58AE72-740E-4A3C-3026-73A1D48526E0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90E0FC-4632-8138-6BC9-E1095D217B26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Mission.5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</a:t>
            </a:r>
            <a:r>
              <a:rPr lang="ko-KR" altLang="en-US" sz="3600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느낀점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D4A67B0-1EF1-2077-F380-98F072CFE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EF5D52-F707-5935-14B3-662640E08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9D51CBC-40EB-15DF-5151-D62B138A0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53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</a:gradFill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21F5F-AA76-FDB7-BEE2-9A392428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6185999-E64B-FDC2-5D16-0B4CF5B725F6}"/>
              </a:ext>
            </a:extLst>
          </p:cNvPr>
          <p:cNvGrpSpPr/>
          <p:nvPr/>
        </p:nvGrpSpPr>
        <p:grpSpPr>
          <a:xfrm>
            <a:off x="649605" y="535940"/>
            <a:ext cx="11090275" cy="5768340"/>
            <a:chOff x="649605" y="535940"/>
            <a:chExt cx="11090275" cy="5768340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5EE110EE-271D-0BA8-3D94-381657E65CCA}"/>
                </a:ext>
              </a:extLst>
            </p:cNvPr>
            <p:cNvSpPr/>
            <p:nvPr/>
          </p:nvSpPr>
          <p:spPr>
            <a:xfrm>
              <a:off x="7241540" y="535940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6B79C9BF-F9CA-4173-BF5F-9723E8A35F13}"/>
                </a:ext>
              </a:extLst>
            </p:cNvPr>
            <p:cNvSpPr/>
            <p:nvPr/>
          </p:nvSpPr>
          <p:spPr>
            <a:xfrm>
              <a:off x="1505585" y="374967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51156D0B-147F-6C70-16B4-7B1C9543AD26}"/>
                </a:ext>
              </a:extLst>
            </p:cNvPr>
            <p:cNvSpPr/>
            <p:nvPr/>
          </p:nvSpPr>
          <p:spPr>
            <a:xfrm>
              <a:off x="10889615" y="4352925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F29149CE-A11D-43B3-FDFC-7DEC86913391}"/>
                </a:ext>
              </a:extLst>
            </p:cNvPr>
            <p:cNvSpPr/>
            <p:nvPr/>
          </p:nvSpPr>
          <p:spPr>
            <a:xfrm>
              <a:off x="2313940" y="477520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1E04CD9C-66BB-D472-2032-1396E76999A4}"/>
                </a:ext>
              </a:extLst>
            </p:cNvPr>
            <p:cNvSpPr/>
            <p:nvPr/>
          </p:nvSpPr>
          <p:spPr>
            <a:xfrm>
              <a:off x="1122045" y="45821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73590634-1AFE-9093-6FFD-3AF1353F79D4}"/>
                </a:ext>
              </a:extLst>
            </p:cNvPr>
            <p:cNvSpPr/>
            <p:nvPr/>
          </p:nvSpPr>
          <p:spPr>
            <a:xfrm>
              <a:off x="1983740" y="540321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D4470025-F993-9A94-6B57-B0C81BCA0EEA}"/>
                </a:ext>
              </a:extLst>
            </p:cNvPr>
            <p:cNvSpPr/>
            <p:nvPr/>
          </p:nvSpPr>
          <p:spPr>
            <a:xfrm>
              <a:off x="650875" y="581914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C832D08B-103A-143E-BF02-E97D293A32C2}"/>
                </a:ext>
              </a:extLst>
            </p:cNvPr>
            <p:cNvSpPr/>
            <p:nvPr/>
          </p:nvSpPr>
          <p:spPr>
            <a:xfrm>
              <a:off x="11092815" y="1149985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01092A78-33B7-12ED-03C1-1E1B2F88EC4D}"/>
                </a:ext>
              </a:extLst>
            </p:cNvPr>
            <p:cNvSpPr/>
            <p:nvPr/>
          </p:nvSpPr>
          <p:spPr>
            <a:xfrm>
              <a:off x="9836785" y="2514600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7651147A-0387-3AA0-7459-2037850CCF03}"/>
                </a:ext>
              </a:extLst>
            </p:cNvPr>
            <p:cNvSpPr/>
            <p:nvPr/>
          </p:nvSpPr>
          <p:spPr>
            <a:xfrm>
              <a:off x="7564755" y="198564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EE0E4998-8304-3208-9F13-221D6ACBAB60}"/>
                </a:ext>
              </a:extLst>
            </p:cNvPr>
            <p:cNvSpPr/>
            <p:nvPr/>
          </p:nvSpPr>
          <p:spPr>
            <a:xfrm>
              <a:off x="2171065" y="100838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F15C6A08-65DE-9C74-80A5-536C4806A529}"/>
                </a:ext>
              </a:extLst>
            </p:cNvPr>
            <p:cNvSpPr/>
            <p:nvPr/>
          </p:nvSpPr>
          <p:spPr>
            <a:xfrm>
              <a:off x="8160385" y="60807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02E96F9-C430-9420-ABF0-671495D1EE7B}"/>
                </a:ext>
              </a:extLst>
            </p:cNvPr>
            <p:cNvSpPr/>
            <p:nvPr/>
          </p:nvSpPr>
          <p:spPr>
            <a:xfrm>
              <a:off x="8960485" y="5403215"/>
              <a:ext cx="543560" cy="543560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8A2EF8-604D-A199-8F50-06C0A38421F8}"/>
                </a:ext>
              </a:extLst>
            </p:cNvPr>
            <p:cNvSpPr/>
            <p:nvPr/>
          </p:nvSpPr>
          <p:spPr>
            <a:xfrm>
              <a:off x="2113915" y="1915160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ACFE358-3BD4-FCC5-2DFC-D1CA282D50BA}"/>
                </a:ext>
              </a:extLst>
            </p:cNvPr>
            <p:cNvSpPr/>
            <p:nvPr/>
          </p:nvSpPr>
          <p:spPr>
            <a:xfrm>
              <a:off x="10821035" y="59429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1FA86E4-EAE8-7ABA-042E-0322B7328641}"/>
                </a:ext>
              </a:extLst>
            </p:cNvPr>
            <p:cNvSpPr/>
            <p:nvPr/>
          </p:nvSpPr>
          <p:spPr>
            <a:xfrm>
              <a:off x="3185160" y="597217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01B2031-EBA6-20C4-0339-AC838F8A1704}"/>
                </a:ext>
              </a:extLst>
            </p:cNvPr>
            <p:cNvSpPr/>
            <p:nvPr/>
          </p:nvSpPr>
          <p:spPr>
            <a:xfrm>
              <a:off x="8380730" y="123634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51859EB-C613-B4C1-CD1E-5930BB787BBF}"/>
                </a:ext>
              </a:extLst>
            </p:cNvPr>
            <p:cNvSpPr/>
            <p:nvPr/>
          </p:nvSpPr>
          <p:spPr>
            <a:xfrm>
              <a:off x="10982960" y="304863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423BAE2-ECBF-489C-45E8-2A717FDA608B}"/>
                </a:ext>
              </a:extLst>
            </p:cNvPr>
            <p:cNvSpPr/>
            <p:nvPr/>
          </p:nvSpPr>
          <p:spPr>
            <a:xfrm>
              <a:off x="649605" y="3974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8FB9D56-12AF-06DA-F60A-74CBC7457552}"/>
                </a:ext>
              </a:extLst>
            </p:cNvPr>
            <p:cNvSpPr/>
            <p:nvPr/>
          </p:nvSpPr>
          <p:spPr>
            <a:xfrm>
              <a:off x="931545" y="799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86577CEB-2A7F-D270-E2AF-1D4F8E71861F}"/>
                </a:ext>
              </a:extLst>
            </p:cNvPr>
            <p:cNvSpPr/>
            <p:nvPr/>
          </p:nvSpPr>
          <p:spPr>
            <a:xfrm>
              <a:off x="10027920" y="496633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9860091-8EF5-65E9-3D0E-32697A897AB1}"/>
              </a:ext>
            </a:extLst>
          </p:cNvPr>
          <p:cNvSpPr txBox="1"/>
          <p:nvPr/>
        </p:nvSpPr>
        <p:spPr>
          <a:xfrm>
            <a:off x="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느낀점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F31C6-26B8-AA37-9980-B42B51C48E1F}"/>
              </a:ext>
            </a:extLst>
          </p:cNvPr>
          <p:cNvSpPr txBox="1"/>
          <p:nvPr/>
        </p:nvSpPr>
        <p:spPr>
          <a:xfrm>
            <a:off x="11305540" y="6396355"/>
            <a:ext cx="88646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CC8942-8990-D2A3-BD78-5EC1EBB5DEB8}"/>
              </a:ext>
            </a:extLst>
          </p:cNvPr>
          <p:cNvSpPr/>
          <p:nvPr/>
        </p:nvSpPr>
        <p:spPr>
          <a:xfrm>
            <a:off x="819150" y="553720"/>
            <a:ext cx="10553700" cy="6304280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F503FA-3382-A545-81A9-BFA1CB8D9DC6}"/>
              </a:ext>
            </a:extLst>
          </p:cNvPr>
          <p:cNvSpPr txBox="1"/>
          <p:nvPr/>
        </p:nvSpPr>
        <p:spPr>
          <a:xfrm>
            <a:off x="609600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A5549BD-3BB8-987B-C40E-FFBC0996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09600" cy="97917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E33B21F-6E2B-1C67-C0F1-5AED96923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09600" cy="979170"/>
          </a:xfrm>
          <a:prstGeom prst="rect">
            <a:avLst/>
          </a:prstGeom>
        </p:spPr>
      </p:pic>
      <p:grpSp>
        <p:nvGrpSpPr>
          <p:cNvPr id="35" name="다이어그램 9"/>
          <p:cNvGrpSpPr>
            <a:grpSpLocks/>
          </p:cNvGrpSpPr>
          <p:nvPr/>
        </p:nvGrpSpPr>
        <p:grpSpPr>
          <a:xfrm rot="0">
            <a:off x="843280" y="719455"/>
            <a:ext cx="10506075" cy="5875655"/>
            <a:chOff x="843280" y="719455"/>
            <a:chExt cx="10506075" cy="5875655"/>
          </a:xfrm>
        </p:grpSpPr>
        <p:sp>
          <p:nvSpPr>
            <p:cNvPr id="37" name="다이어그램 1"/>
            <p:cNvSpPr txBox="1">
              <a:spLocks/>
            </p:cNvSpPr>
            <p:nvPr/>
          </p:nvSpPr>
          <p:spPr>
            <a:xfrm rot="5400000">
              <a:off x="6445885" y="-2907030"/>
              <a:ext cx="1132840" cy="8671560"/>
            </a:xfrm>
            <a:prstGeom prst="round2SameRect"/>
            <a:solidFill>
              <a:schemeClr val="accent1">
                <a:tint val="40000"/>
                <a:alpha val="89882"/>
              </a:schemeClr>
            </a:solidFill>
            <a:ln w="19050" cap="flat" cmpd="sng">
              <a:solidFill>
                <a:schemeClr val="accent1">
                  <a:tint val="40000"/>
                  <a:alpha val="89803"/>
                </a:schemeClr>
              </a:solidFill>
              <a:prstDash val="solid"/>
            </a:ln>
          </p:spPr>
          <p:style>
            <a:lnRef idx="2">
              <a:schemeClr val="accent1">
                <a:tint val="40000"/>
              </a:schemeClr>
            </a:lnRef>
            <a:fillRef idx="1">
              <a:schemeClr val="accent1">
                <a:tint val="40000"/>
              </a:schemeClr>
            </a:fillRef>
            <a:effectRef idx="0">
              <a:srgbClr val="000000"/>
            </a:effectRef>
            <a:fontRef idx="minor"/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l" latinLnBrk="1" lvl="1">
                <a:buFont typeface="Tmon몬소리 Black"/>
                <a:buChar char="•"/>
              </a:pPr>
              <a:r>
                <a:rPr lang="ko-KR" altLang="en-US" sz="1600">
                  <a:latin typeface="Tmon몬소리 Black" charset="0"/>
                  <a:ea typeface="Tmon몬소리 Black" charset="0"/>
                </a:rPr>
                <a:t>Dictionary를 활용해 Item별 메서드를 관리해주었는데 유지보수적인 측면에서 뛰어난 것 같다.</a:t>
              </a:r>
              <a:endParaRPr lang="ko-KR" altLang="en-US" sz="1600">
                <a:latin typeface="Tmon몬소리 Black" charset="0"/>
                <a:ea typeface="Tmon몬소리 Black" charset="0"/>
              </a:endParaRPr>
            </a:p>
            <a:p>
              <a:pPr marL="0" indent="0" algn="l" latinLnBrk="1" lvl="1"/>
              <a:r>
                <a:rPr lang="ko-KR" altLang="en-US" sz="1600">
                  <a:latin typeface="Tmon몬소리 Black" charset="0"/>
                  <a:ea typeface="Tmon몬소리 Black" charset="0"/>
                </a:rPr>
                <a:t>이번 수준 별 강의에서 StringToHashCode를 사용해서 string 비교를 int비교로 바꾸어 더욱 가볍게 만드는 방법이 있다는 걸 알게 됐는데, 이 부분을 적용시키면 좋을 것 같다.</a:t>
              </a:r>
              <a:endParaRPr lang="ko-KR" altLang="en-US" sz="16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38" name="다이어그램 2"/>
            <p:cNvSpPr txBox="1">
              <a:spLocks/>
            </p:cNvSpPr>
            <p:nvPr/>
          </p:nvSpPr>
          <p:spPr>
            <a:xfrm rot="5400000">
              <a:off x="6445885" y="-1421130"/>
              <a:ext cx="1132840" cy="8671560"/>
            </a:xfrm>
            <a:prstGeom prst="round2SameRect"/>
            <a:solidFill>
              <a:schemeClr val="accent1">
                <a:tint val="40000"/>
                <a:alpha val="89882"/>
              </a:schemeClr>
            </a:solidFill>
            <a:ln w="19050" cap="flat" cmpd="sng">
              <a:solidFill>
                <a:schemeClr val="accent1">
                  <a:tint val="40000"/>
                  <a:alpha val="89803"/>
                </a:schemeClr>
              </a:solidFill>
              <a:prstDash val="solid"/>
            </a:ln>
          </p:spPr>
          <p:style>
            <a:lnRef idx="2">
              <a:schemeClr val="accent1">
                <a:tint val="40000"/>
              </a:schemeClr>
            </a:lnRef>
            <a:fillRef idx="1">
              <a:schemeClr val="accent1">
                <a:tint val="40000"/>
              </a:schemeClr>
            </a:fillRef>
            <a:effectRef idx="0">
              <a:srgbClr val="000000"/>
            </a:effectRef>
            <a:fontRef idx="minor"/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l" latinLnBrk="1" lvl="1">
                <a:buFont typeface="Tmon몬소리 Black"/>
                <a:buChar char="•"/>
              </a:pPr>
              <a:endParaRPr lang="ko-KR" altLang="en-US" sz="16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39" name="다이어그램 3"/>
            <p:cNvSpPr txBox="1">
              <a:spLocks/>
            </p:cNvSpPr>
            <p:nvPr/>
          </p:nvSpPr>
          <p:spPr>
            <a:xfrm rot="5400000">
              <a:off x="6445885" y="64770"/>
              <a:ext cx="1132840" cy="8671560"/>
            </a:xfrm>
            <a:prstGeom prst="round2SameRect"/>
            <a:solidFill>
              <a:schemeClr val="accent1">
                <a:tint val="40000"/>
                <a:alpha val="89882"/>
              </a:schemeClr>
            </a:solidFill>
            <a:ln w="19050" cap="flat" cmpd="sng">
              <a:solidFill>
                <a:schemeClr val="accent1">
                  <a:tint val="40000"/>
                  <a:alpha val="89803"/>
                </a:schemeClr>
              </a:solidFill>
              <a:prstDash val="solid"/>
            </a:ln>
          </p:spPr>
          <p:style>
            <a:lnRef idx="2">
              <a:schemeClr val="accent1">
                <a:tint val="40000"/>
              </a:schemeClr>
            </a:lnRef>
            <a:fillRef idx="1">
              <a:schemeClr val="accent1">
                <a:tint val="40000"/>
              </a:schemeClr>
            </a:fillRef>
            <a:effectRef idx="0">
              <a:srgbClr val="000000"/>
            </a:effectRef>
            <a:fontRef idx="minor"/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l" latinLnBrk="1" lvl="1">
                <a:buFont typeface="Tmon몬소리 Black"/>
                <a:buChar char="•"/>
              </a:pPr>
              <a:endParaRPr lang="ko-KR" altLang="en-US" sz="16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40" name="다이어그램 4"/>
            <p:cNvSpPr>
              <a:spLocks/>
            </p:cNvSpPr>
            <p:nvPr/>
          </p:nvSpPr>
          <p:spPr>
            <a:xfrm rot="5400000">
              <a:off x="6445885" y="1550670"/>
              <a:ext cx="1132840" cy="8671560"/>
            </a:xfrm>
            <a:prstGeom prst="round2SameRect"/>
            <a:solidFill>
              <a:schemeClr val="accent1">
                <a:tint val="40000"/>
                <a:alpha val="89882"/>
              </a:schemeClr>
            </a:solidFill>
            <a:ln w="19050" cap="flat" cmpd="sng">
              <a:solidFill>
                <a:schemeClr val="accent1">
                  <a:tint val="40000"/>
                  <a:alpha val="89803"/>
                </a:schemeClr>
              </a:solidFill>
              <a:prstDash val="solid"/>
            </a:ln>
          </p:spPr>
          <p:style>
            <a:lnRef idx="2">
              <a:schemeClr val="accent1">
                <a:tint val="40000"/>
              </a:schemeClr>
            </a:lnRef>
            <a:fillRef idx="1">
              <a:schemeClr val="accent1">
                <a:tint val="40000"/>
              </a:schemeClr>
            </a:fillRef>
            <a:effectRef idx="0">
              <a:srgbClr val="000000"/>
            </a:effectRef>
            <a:fontRef idx="minor"/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l" latinLnBrk="1" lvl="1">
                <a:buFont typeface="Tmon몬소리 Black"/>
                <a:buChar char="•"/>
              </a:pP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이번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프로젝트에서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처음으로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의미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있는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작업을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했고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가시적인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성과물도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제출했습니다</a:t>
              </a:r>
              <a:r>
                <a:rPr lang="en-US" altLang="ko-KR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, </a:t>
              </a:r>
              <a:r>
                <a:rPr lang="ko-KR" altLang="en-US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비록 모든 목표를 달성하지만 더욱 열심히 노력해서 더 나은 게임을 만드는 발판이 될 수 있을 거라 생각되는 경험 이었습니다</a:t>
              </a:r>
              <a:r>
                <a:rPr lang="en-US" altLang="ko-KR" sz="1600">
                  <a:solidFill>
                    <a:schemeClr val="dk1"/>
                  </a:solidFill>
                  <a:latin typeface="Tmon몬소리 Black" charset="0"/>
                  <a:ea typeface="Tmon몬소리 Black" charset="0"/>
                </a:rPr>
                <a:t>.</a:t>
              </a:r>
              <a:endParaRPr lang="ko-KR" altLang="en-US" sz="1600">
                <a:solidFill>
                  <a:schemeClr val="dk1"/>
                </a:solidFill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41" name="다이어그램 5"/>
            <p:cNvSpPr>
              <a:spLocks/>
            </p:cNvSpPr>
            <p:nvPr/>
          </p:nvSpPr>
          <p:spPr>
            <a:xfrm rot="0">
              <a:off x="844550" y="720725"/>
              <a:ext cx="1833244" cy="1416050"/>
            </a:xfrm>
            <a:prstGeom prst="roundRect"/>
            <a:ln w="19050" cap="flat" cmpd="sng">
              <a:solidFill>
                <a:schemeClr val="lt1">
                  <a:alpha val="100000"/>
                </a:schemeClr>
              </a:solidFill>
              <a:prstDash val="soli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ctr" latinLnBrk="1">
                <a:buFontTx/>
                <a:buNone/>
              </a:pPr>
              <a:r>
                <a:rPr lang="ko-KR" altLang="en-US" sz="3200">
                  <a:latin typeface="Tmon몬소리 Black" charset="0"/>
                  <a:ea typeface="Tmon몬소리 Black" charset="0"/>
                </a:rPr>
                <a:t>이영근</a:t>
              </a:r>
              <a:endParaRPr lang="ko-KR" altLang="en-US" sz="32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42" name="다이어그램 6"/>
            <p:cNvSpPr>
              <a:spLocks/>
            </p:cNvSpPr>
            <p:nvPr/>
          </p:nvSpPr>
          <p:spPr>
            <a:xfrm rot="0">
              <a:off x="844550" y="2206625"/>
              <a:ext cx="1833244" cy="1416050"/>
            </a:xfrm>
            <a:prstGeom prst="roundRect"/>
            <a:ln w="19050" cap="flat" cmpd="sng">
              <a:solidFill>
                <a:schemeClr val="lt1">
                  <a:alpha val="100000"/>
                </a:schemeClr>
              </a:solidFill>
              <a:prstDash val="soli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ctr" latinLnBrk="1">
                <a:buFontTx/>
                <a:buNone/>
              </a:pPr>
              <a:r>
                <a:rPr lang="ko-KR" altLang="en-US" sz="3200">
                  <a:latin typeface="Tmon몬소리 Black" charset="0"/>
                  <a:ea typeface="Tmon몬소리 Black" charset="0"/>
                </a:rPr>
                <a:t>안성찬</a:t>
              </a:r>
              <a:endParaRPr lang="ko-KR" altLang="en-US" sz="32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43" name="다이어그램 7"/>
            <p:cNvSpPr>
              <a:spLocks/>
            </p:cNvSpPr>
            <p:nvPr/>
          </p:nvSpPr>
          <p:spPr>
            <a:xfrm rot="0">
              <a:off x="844550" y="3692525"/>
              <a:ext cx="1833244" cy="1416050"/>
            </a:xfrm>
            <a:prstGeom prst="roundRect"/>
            <a:ln w="19050" cap="flat" cmpd="sng">
              <a:solidFill>
                <a:schemeClr val="lt1">
                  <a:alpha val="100000"/>
                </a:schemeClr>
              </a:solidFill>
              <a:prstDash val="soli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ctr" latinLnBrk="1">
                <a:buFontTx/>
                <a:buNone/>
              </a:pPr>
              <a:r>
                <a:rPr lang="ko-KR" altLang="en-US" sz="3200">
                  <a:latin typeface="Tmon몬소리 Black" charset="0"/>
                  <a:ea typeface="Tmon몬소리 Black" charset="0"/>
                </a:rPr>
                <a:t>손영민</a:t>
              </a:r>
              <a:endParaRPr lang="ko-KR" altLang="en-US" sz="3200">
                <a:latin typeface="Tmon몬소리 Black" charset="0"/>
                <a:ea typeface="Tmon몬소리 Black" charset="0"/>
              </a:endParaRPr>
            </a:p>
          </p:txBody>
        </p:sp>
        <p:sp>
          <p:nvSpPr>
            <p:cNvPr id="44" name="다이어그램 8"/>
            <p:cNvSpPr>
              <a:spLocks/>
            </p:cNvSpPr>
            <p:nvPr/>
          </p:nvSpPr>
          <p:spPr>
            <a:xfrm rot="0">
              <a:off x="844550" y="5178425"/>
              <a:ext cx="1833244" cy="1416050"/>
            </a:xfrm>
            <a:prstGeom prst="roundRect"/>
            <a:ln w="19050" cap="flat" cmpd="sng">
              <a:solidFill>
                <a:schemeClr val="lt1">
                  <a:alpha val="100000"/>
                </a:schemeClr>
              </a:solidFill>
              <a:prstDash val="solid"/>
            </a:ln>
          </p:spPr>
          <p:style>
            <a:lnRef idx="2">
              <a:schemeClr val="l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 upright="1">
              <a:noAutofit/>
            </a:bodyPr>
            <a:lstStyle/>
            <a:p>
              <a:pPr marL="0" indent="0" algn="ctr" latinLnBrk="1">
                <a:buFontTx/>
                <a:buNone/>
              </a:pPr>
              <a:r>
                <a:rPr lang="ko-KR" altLang="en-US" sz="3200">
                  <a:latin typeface="Tmon몬소리 Black" charset="0"/>
                  <a:ea typeface="Tmon몬소리 Black" charset="0"/>
                </a:rPr>
                <a:t>최빈</a:t>
              </a:r>
              <a:endParaRPr lang="ko-KR" altLang="en-US" sz="3200">
                <a:latin typeface="Tmon몬소리 Black" charset="0"/>
                <a:ea typeface="Tmon몬소리 Black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784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C5FB3-6316-C5E9-DA31-93DE9DB5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9A800DD-07B4-3413-CCFE-699F1718B25D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92CB725D-8560-2420-FA15-1635638A42CB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AAADDBC4-0520-DC22-AB86-B08AE556C58D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65F440EE-3C6F-0851-7664-527B16FAE48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43DD63F-315D-F220-E18A-5756E71A2491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E629B54-E4D7-52C4-245C-E20B32E314D3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CA574497-9F48-D1DC-DD68-19C83A0E35E5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D639451E-AC6F-5979-FBB9-7A16B7604134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ACC7F80D-AC70-DBCD-D7E2-444FF91ECC33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EEDD4C9-1F4E-4092-8826-85C36EDF239E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46968F52-DAE1-F595-99F8-9507E1164B5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BA90769-3213-152F-999D-6C0114F8FBFC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B3754C32-5172-917F-9B14-8E6C8412B159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A6DF94E-CE8F-7E8A-595F-6B8D8B4F2153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27D7F80-F8C5-3464-8BA5-FD79DCACEEA1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D5206E5-96FF-A5CC-3A1C-594687C9C9A2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71F16E2-3126-504D-185E-1C01C4BB91E7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36CD9F0-983F-7485-5562-144C70089E05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6FC7EAF7-DDCD-6B11-878C-A788C896DF7F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7B73DDE-CE9D-29CD-32F5-E7C4C9B1ECEF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11F4FB7F-A5AD-3479-A215-E9C8A4CAC495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8320A00-B5F5-0703-73AB-50C3FED83E61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6" name="그림 25" descr="교통, 항공 여행, 비행기, 차량이(가) 표시된 사진&#10;&#10;자동 생성된 설명">
            <a:extLst>
              <a:ext uri="{FF2B5EF4-FFF2-40B4-BE49-F238E27FC236}">
                <a16:creationId xmlns:a16="http://schemas.microsoft.com/office/drawing/2014/main" id="{8D577992-00F4-20D0-C4E0-BC8585D1F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320635"/>
            <a:ext cx="2857500" cy="2857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B0C8788-D58E-F233-954B-EC69F3A21E89}"/>
              </a:ext>
            </a:extLst>
          </p:cNvPr>
          <p:cNvSpPr txBox="1"/>
          <p:nvPr/>
        </p:nvSpPr>
        <p:spPr>
          <a:xfrm>
            <a:off x="2298919" y="1206424"/>
            <a:ext cx="759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i="1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All OVER!!</a:t>
            </a:r>
            <a:endParaRPr lang="ko-KR" altLang="en-US" sz="4000" i="1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42BC69C-5C12-A3BD-73C7-706B7AA4E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837" y="6162962"/>
            <a:ext cx="314325" cy="504825"/>
          </a:xfrm>
          <a:prstGeom prst="rect">
            <a:avLst/>
          </a:prstGeom>
        </p:spPr>
      </p:pic>
      <p:pic>
        <p:nvPicPr>
          <p:cNvPr id="33" name="그림 32" descr="원, 예술이(가) 표시된 사진&#10;&#10;자동 생성된 설명">
            <a:extLst>
              <a:ext uri="{FF2B5EF4-FFF2-40B4-BE49-F238E27FC236}">
                <a16:creationId xmlns:a16="http://schemas.microsoft.com/office/drawing/2014/main" id="{8F67E554-7840-C439-B070-5B37DDBE5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724" y="3406379"/>
            <a:ext cx="504825" cy="504825"/>
          </a:xfrm>
          <a:prstGeom prst="rect">
            <a:avLst/>
          </a:prstGeom>
        </p:spPr>
      </p:pic>
      <p:pic>
        <p:nvPicPr>
          <p:cNvPr id="34" name="그림 33" descr="원, 예술이(가) 표시된 사진&#10;&#10;자동 생성된 설명">
            <a:extLst>
              <a:ext uri="{FF2B5EF4-FFF2-40B4-BE49-F238E27FC236}">
                <a16:creationId xmlns:a16="http://schemas.microsoft.com/office/drawing/2014/main" id="{40251BAD-56FB-B419-1009-2C58CB462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484" y="3655191"/>
            <a:ext cx="504825" cy="504825"/>
          </a:xfrm>
          <a:prstGeom prst="rect">
            <a:avLst/>
          </a:prstGeom>
        </p:spPr>
      </p:pic>
      <p:pic>
        <p:nvPicPr>
          <p:cNvPr id="35" name="그림 34" descr="원, 예술이(가) 표시된 사진&#10;&#10;자동 생성된 설명">
            <a:extLst>
              <a:ext uri="{FF2B5EF4-FFF2-40B4-BE49-F238E27FC236}">
                <a16:creationId xmlns:a16="http://schemas.microsoft.com/office/drawing/2014/main" id="{85E995F8-CE89-E3A4-8F80-14D80565F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33" y="3927230"/>
            <a:ext cx="504825" cy="50482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157C433-B4DB-4823-958C-C1B5B9646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45" y="3538160"/>
            <a:ext cx="504825" cy="5048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2AD1F66-B66B-398A-6268-35849E0BB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57" y="3974661"/>
            <a:ext cx="504825" cy="5048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38250AD-709B-6A5F-9C52-045C5A9D0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37" y="3285747"/>
            <a:ext cx="504825" cy="50482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72E073D-C435-AA64-FD80-58A51CC929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834" y="2446783"/>
            <a:ext cx="504825" cy="504825"/>
          </a:xfrm>
          <a:prstGeom prst="rect">
            <a:avLst/>
          </a:prstGeom>
        </p:spPr>
      </p:pic>
      <p:pic>
        <p:nvPicPr>
          <p:cNvPr id="45" name="그림 44" descr="블랙이(가) 표시된 사진&#10;&#10;자동 생성된 설명">
            <a:extLst>
              <a:ext uri="{FF2B5EF4-FFF2-40B4-BE49-F238E27FC236}">
                <a16:creationId xmlns:a16="http://schemas.microsoft.com/office/drawing/2014/main" id="{A8CA21AB-BE62-5C90-C5F7-A7549F5B6C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659" y="2676985"/>
            <a:ext cx="504825" cy="504825"/>
          </a:xfrm>
          <a:prstGeom prst="rect">
            <a:avLst/>
          </a:prstGeom>
        </p:spPr>
      </p:pic>
      <p:pic>
        <p:nvPicPr>
          <p:cNvPr id="46" name="그림 45" descr="블랙이(가) 표시된 사진&#10;&#10;자동 생성된 설명">
            <a:extLst>
              <a:ext uri="{FF2B5EF4-FFF2-40B4-BE49-F238E27FC236}">
                <a16:creationId xmlns:a16="http://schemas.microsoft.com/office/drawing/2014/main" id="{589D20DA-9148-29B2-C759-0BFE896C72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990" y="3492805"/>
            <a:ext cx="504825" cy="504825"/>
          </a:xfrm>
          <a:prstGeom prst="rect">
            <a:avLst/>
          </a:prstGeom>
        </p:spPr>
      </p:pic>
      <p:pic>
        <p:nvPicPr>
          <p:cNvPr id="47" name="그림 46" descr="블랙이(가) 표시된 사진&#10;&#10;자동 생성된 설명">
            <a:extLst>
              <a:ext uri="{FF2B5EF4-FFF2-40B4-BE49-F238E27FC236}">
                <a16:creationId xmlns:a16="http://schemas.microsoft.com/office/drawing/2014/main" id="{326C067E-15B4-EA8B-FECD-66E4B956ED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85" y="3538160"/>
            <a:ext cx="504825" cy="504825"/>
          </a:xfrm>
          <a:prstGeom prst="rect">
            <a:avLst/>
          </a:prstGeom>
        </p:spPr>
      </p:pic>
      <p:pic>
        <p:nvPicPr>
          <p:cNvPr id="48" name="그림 47" descr="블랙이(가) 표시된 사진&#10;&#10;자동 생성된 설명">
            <a:extLst>
              <a:ext uri="{FF2B5EF4-FFF2-40B4-BE49-F238E27FC236}">
                <a16:creationId xmlns:a16="http://schemas.microsoft.com/office/drawing/2014/main" id="{08BB2257-6465-A110-D3D8-440D0C1127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645" y="3768499"/>
            <a:ext cx="504825" cy="504825"/>
          </a:xfrm>
          <a:prstGeom prst="rect">
            <a:avLst/>
          </a:prstGeom>
        </p:spPr>
      </p:pic>
      <p:pic>
        <p:nvPicPr>
          <p:cNvPr id="49" name="그림 48" descr="블랙이(가) 표시된 사진&#10;&#10;자동 생성된 설명">
            <a:extLst>
              <a:ext uri="{FF2B5EF4-FFF2-40B4-BE49-F238E27FC236}">
                <a16:creationId xmlns:a16="http://schemas.microsoft.com/office/drawing/2014/main" id="{8552EF68-3DB3-5AC6-C902-9AAC4B3FD4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425" y="3851166"/>
            <a:ext cx="5048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6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20</Pages>
  <Paragraphs>112</Paragraphs>
  <Words>482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빈 최</dc:creator>
  <cp:lastModifiedBy>빈 최</cp:lastModifiedBy>
  <dcterms:modified xsi:type="dcterms:W3CDTF">2024-10-21T11:09:39Z</dcterms:modified>
</cp:coreProperties>
</file>